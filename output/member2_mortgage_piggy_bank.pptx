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26"/>
  </p:notesMasterIdLst>
  <p:handoutMasterIdLst>
    <p:handoutMasterId r:id="rId27"/>
  </p:handoutMasterIdLst>
  <p:sldIdLst>
    <p:sldId id="295" r:id="rId2"/>
    <p:sldId id="378" r:id="rId3"/>
    <p:sldId id="316" r:id="rId4"/>
    <p:sldId id="311" r:id="rId5"/>
    <p:sldId id="312" r:id="rId6"/>
    <p:sldId id="313" r:id="rId7"/>
  </p:sldIdLst>
  <p:sldSz cx="9904413" cy="6859588"/>
  <p:notesSz cx="6797675" cy="9874250"/>
  <p:custDataLst>
    <p:tags r:id="rId28"/>
  </p:custDataLst>
  <p:defaultTextStyle>
    <a:defPPr>
      <a:defRPr lang="de-DE"/>
    </a:defPPr>
    <a:lvl1pPr marL="0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963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925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888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851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814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776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2739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1702" algn="l" defTabSz="95792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>
          <p15:clr>
            <a:srgbClr val="A4A3A4"/>
          </p15:clr>
        </p15:guide>
        <p15:guide id="2" orient="horz" pos="187">
          <p15:clr>
            <a:srgbClr val="A4A3A4"/>
          </p15:clr>
        </p15:guide>
        <p15:guide id="3" orient="horz" pos="3975">
          <p15:clr>
            <a:srgbClr val="A4A3A4"/>
          </p15:clr>
        </p15:guide>
        <p15:guide id="4" orient="horz" pos="4066">
          <p15:clr>
            <a:srgbClr val="A4A3A4"/>
          </p15:clr>
        </p15:guide>
        <p15:guide id="5" orient="horz" pos="867">
          <p15:clr>
            <a:srgbClr val="A4A3A4"/>
          </p15:clr>
        </p15:guide>
        <p15:guide id="6" orient="horz" pos="572">
          <p15:clr>
            <a:srgbClr val="A4A3A4"/>
          </p15:clr>
        </p15:guide>
        <p15:guide id="7" orient="horz">
          <p15:clr>
            <a:srgbClr val="A4A3A4"/>
          </p15:clr>
        </p15:guide>
        <p15:guide id="8" pos="3119">
          <p15:clr>
            <a:srgbClr val="A4A3A4"/>
          </p15:clr>
        </p15:guide>
        <p15:guide id="9" pos="3210">
          <p15:clr>
            <a:srgbClr val="A4A3A4"/>
          </p15:clr>
        </p15:guide>
        <p15:guide id="10" pos="6238">
          <p15:clr>
            <a:srgbClr val="A4A3A4"/>
          </p15:clr>
        </p15:guide>
        <p15:guide id="11" pos="6090">
          <p15:clr>
            <a:srgbClr val="A4A3A4"/>
          </p15:clr>
        </p15:guide>
        <p15:guide id="12" pos="3028">
          <p15:clr>
            <a:srgbClr val="A4A3A4"/>
          </p15:clr>
        </p15:guide>
        <p15:guide id="13" pos="171">
          <p15:clr>
            <a:srgbClr val="A4A3A4"/>
          </p15:clr>
        </p15:guide>
        <p15:guide id="14" pos="5954">
          <p15:clr>
            <a:srgbClr val="A4A3A4"/>
          </p15:clr>
        </p15:guide>
        <p15:guide id="15" pos="2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1717"/>
    <a:srgbClr val="741111"/>
    <a:srgbClr val="4E0C0C"/>
    <a:srgbClr val="B42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42" autoAdjust="0"/>
    <p:restoredTop sz="98993" autoAdjust="0"/>
  </p:normalViewPr>
  <p:slideViewPr>
    <p:cSldViewPr snapToObjects="1" showGuides="1">
      <p:cViewPr varScale="1">
        <p:scale>
          <a:sx n="100" d="100"/>
          <a:sy n="100" d="100"/>
        </p:scale>
        <p:origin x="412" y="52"/>
      </p:cViewPr>
      <p:guideLst>
        <p:guide orient="horz" pos="731"/>
        <p:guide orient="horz" pos="187"/>
        <p:guide orient="horz" pos="3975"/>
        <p:guide orient="horz" pos="4066"/>
        <p:guide orient="horz" pos="867"/>
        <p:guide orient="horz" pos="572"/>
        <p:guide orient="horz"/>
        <p:guide pos="3119"/>
        <p:guide pos="3210"/>
        <p:guide pos="6238"/>
        <p:guide pos="6090"/>
        <p:guide pos="3028"/>
        <p:guide pos="171"/>
        <p:guide pos="5954"/>
        <p:guide pos="2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Objects="1" showGuides="1">
      <p:cViewPr varScale="1">
        <p:scale>
          <a:sx n="43" d="100"/>
          <a:sy n="43" d="100"/>
        </p:scale>
        <p:origin x="-2010" y="-120"/>
      </p:cViewPr>
      <p:guideLst>
        <p:guide orient="horz" pos="3110"/>
        <p:guide pos="2141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worth</c:v>
                </c:pt>
              </c:strCache>
            </c:strRef>
          </c:tx>
          <c:spPr>
            <a:ln w="27940">
              <a:solidFill>
                <a:srgbClr val="A6192E"/>
              </a:solidFill>
            </a:ln>
          </c:spPr>
          <c:marker>
            <c:symbol val="diamond"/>
            <c:size val="5"/>
            <c:spPr>
              <a:solidFill>
                <a:srgbClr val="A6192E"/>
              </a:solidFill>
              <a:ln>
                <a:solidFill>
                  <a:srgbClr val="A6192E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2007</c:v>
                </c:pt>
                <c:pt idx="1">
                  <c:v>2010</c:v>
                </c:pt>
                <c:pt idx="2">
                  <c:v>2012</c:v>
                </c:pt>
                <c:pt idx="3">
                  <c:v>2013</c:v>
                </c:pt>
                <c:pt idx="4">
                  <c:v>2015</c:v>
                </c:pt>
                <c:pt idx="5">
                  <c:v>2017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0.15</c:v>
                </c:pt>
                <c:pt idx="4">
                  <c:v>0.55</c:v>
                </c:pt>
                <c:pt idx="5">
                  <c:v>0.95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Liquid savings</c:v>
                </c:pt>
              </c:strCache>
            </c:strRef>
          </c:tx>
          <c:spPr>
            <a:ln w="27940">
              <a:solidFill>
                <a:srgbClr val="2F638F"/>
              </a:solidFill>
            </a:ln>
          </c:spPr>
          <c:marker>
            <c:symbol val="diamond"/>
            <c:size val="5"/>
            <c:spPr>
              <a:solidFill>
                <a:srgbClr val="2F638F"/>
              </a:solidFill>
              <a:ln>
                <a:solidFill>
                  <a:srgbClr val="2F638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2007</c:v>
                </c:pt>
                <c:pt idx="1">
                  <c:v>2010</c:v>
                </c:pt>
                <c:pt idx="2">
                  <c:v>2012</c:v>
                </c:pt>
                <c:pt idx="3">
                  <c:v>2013</c:v>
                </c:pt>
                <c:pt idx="4">
                  <c:v>2015</c:v>
                </c:pt>
                <c:pt idx="5">
                  <c:v>2017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0.01</c:v>
                </c:pt>
                <c:pt idx="4">
                  <c:v>0.04</c:v>
                </c:pt>
                <c:pt idx="5">
                  <c:v>0.08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5"/>
          <c:min val="0.0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  <c:majorUnit val="0.25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97BA2-BE1C-4EE9-A31C-7FFCDEBC3FDE}" type="datetimeFigureOut">
              <a:rPr lang="en-US" smtClean="0">
                <a:latin typeface="Arial" pitchFamily="34" charset="0"/>
                <a:cs typeface="Arial" pitchFamily="34" charset="0"/>
              </a:rPr>
              <a:pPr/>
              <a:t>9/8/2021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191C2-D4F7-424F-868C-23ADE6615EBC}" type="slidenum">
              <a:rPr lang="en-US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055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732C4D34-2C19-43C3-91CC-9F2B4AC12977}" type="datetimeFigureOut">
              <a:rPr lang="en-US" smtClean="0"/>
              <a:pPr/>
              <a:t>9/8/2021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7075" y="741363"/>
            <a:ext cx="534352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fld id="{D256E95E-57AA-4526-AA4C-3002F47FB1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9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8963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7925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6888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5851" algn="l" defTabSz="957925" rtl="0" eaLnBrk="1" latinLnBrk="0" hangingPunct="1">
      <a:defRPr sz="13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4814" algn="l" defTabSz="9579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873776" algn="l" defTabSz="9579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52739" algn="l" defTabSz="9579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31702" algn="l" defTabSz="9579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 Cover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对象 38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550487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5" imgH="457" progId="TCLayout.ActiveDocument.1">
                  <p:embed/>
                </p:oleObj>
              </mc:Choice>
              <mc:Fallback>
                <p:oleObj name="think-cell Slide" r:id="rId3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265158" y="6103033"/>
            <a:ext cx="3586911" cy="20774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1500">
                <a:latin typeface="Palatino Linotype" panose="02040502050505030304" pitchFamily="18" charset="0"/>
              </a:defRPr>
            </a:lvl1pPr>
            <a:lvl2pPr marL="191585" indent="0">
              <a:buNone/>
              <a:defRPr sz="1000"/>
            </a:lvl2pPr>
            <a:lvl3pPr marL="338624" indent="0">
              <a:buNone/>
              <a:defRPr sz="1000"/>
            </a:lvl3pPr>
            <a:lvl4pPr marL="535156" indent="0">
              <a:buNone/>
              <a:defRPr sz="1000"/>
            </a:lvl4pPr>
            <a:lvl5pPr marL="686388" indent="0">
              <a:buNone/>
              <a:defRPr sz="1000"/>
            </a:lvl5pPr>
          </a:lstStyle>
          <a:p>
            <a:pPr lvl="0"/>
            <a:r>
              <a:rPr lang="en-US" dirty="0"/>
              <a:t>Author(s)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65158" y="5074613"/>
            <a:ext cx="4297888" cy="207749"/>
          </a:xfrm>
          <a:noFill/>
          <a:ln w="6350" cap="flat">
            <a:noFill/>
          </a:ln>
        </p:spPr>
        <p:txBody>
          <a:bodyPr vert="horz" wrap="square" lIns="0" tIns="0" rIns="0" bIns="0" rtlCol="0">
            <a:spAutoFit/>
          </a:bodyPr>
          <a:lstStyle>
            <a:lvl1pPr marL="188568" indent="-188568">
              <a:buNone/>
              <a:defRPr lang="en-US" sz="1500" baseline="0" smtClean="0">
                <a:latin typeface="Palatino Linotype" panose="02040502050505030304" pitchFamily="18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r>
              <a:rPr lang="en-US" dirty="0"/>
              <a:t>Date here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265158" y="4859205"/>
            <a:ext cx="4296719" cy="207749"/>
          </a:xfrm>
          <a:noFill/>
          <a:ln w="6350" cap="flat">
            <a:noFill/>
          </a:ln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500" baseline="0">
                <a:latin typeface="Palatino Linotype" panose="02040502050505030304" pitchFamily="18" charset="0"/>
              </a:defRPr>
            </a:lvl1pPr>
          </a:lstStyle>
          <a:p>
            <a:r>
              <a:rPr lang="en-US" dirty="0"/>
              <a:t>Report type here</a:t>
            </a:r>
          </a:p>
        </p:txBody>
      </p:sp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265157" y="3595829"/>
            <a:ext cx="9361046" cy="498713"/>
          </a:xfrm>
          <a:prstGeom prst="rect">
            <a:avLst/>
          </a:prstGeom>
          <a:noFill/>
          <a:ln w="6350" cap="flat">
            <a:noFill/>
          </a:ln>
        </p:spPr>
        <p:txBody>
          <a:bodyPr lIns="95793" tIns="47896" rIns="95793" bIns="47896"/>
          <a:lstStyle>
            <a:lvl1pPr algn="l">
              <a:lnSpc>
                <a:spcPct val="90000"/>
              </a:lnSpc>
              <a:defRPr sz="3800" b="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Presentation title here</a:t>
            </a:r>
            <a:endParaRPr lang="de-DE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3458637"/>
            <a:ext cx="9904413" cy="0"/>
          </a:xfrm>
          <a:prstGeom prst="line">
            <a:avLst/>
          </a:prstGeom>
          <a:ln w="6350" cap="flat">
            <a:solidFill>
              <a:srgbClr val="B421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5157" y="3065354"/>
            <a:ext cx="9361046" cy="263149"/>
          </a:xfrm>
          <a:prstGeom prst="rect">
            <a:avLst/>
          </a:prstGeom>
          <a:noFill/>
          <a:ln w="6350" cap="flat">
            <a:noFill/>
          </a:ln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943"/>
              </a:spcBef>
              <a:buNone/>
              <a:defRPr sz="1900" b="1" i="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78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8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8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2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1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 or client name here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2647950" y="-3775"/>
            <a:ext cx="7254875" cy="922898"/>
          </a:xfrm>
          <a:prstGeom prst="rect">
            <a:avLst/>
          </a:prstGeom>
          <a:solidFill>
            <a:srgbClr val="B42100"/>
          </a:solidFill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900"/>
              </a:spcBef>
            </a:pPr>
            <a:endParaRPr lang="en-US" sz="1400" dirty="0" err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2" descr="http://statics.phbs.pku.edu.cn/uploadfile/2017/1122/20171122092949636.png"/>
          <p:cNvPicPr>
            <a:picLocks noChangeAspect="1" noChangeArrowheads="1"/>
          </p:cNvPicPr>
          <p:nvPr userDrawn="1"/>
        </p:nvPicPr>
        <p:blipFill rotWithShape="1">
          <a:blip r:embed="rId5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1" t="26645" r="15215" b="28137"/>
          <a:stretch/>
        </p:blipFill>
        <p:spPr bwMode="auto">
          <a:xfrm>
            <a:off x="364939" y="166237"/>
            <a:ext cx="1957908" cy="66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493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19565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5" imgH="457" progId="TCLayout.ActiveDocument.1">
                  <p:embed/>
                </p:oleObj>
              </mc:Choice>
              <mc:Fallback>
                <p:oleObj name="think-cell Slide" r:id="rId3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264840" y="296863"/>
            <a:ext cx="936811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4" name="Picture 2" descr="http://statics.phbs.pku.edu.cn/uploadfile/2017/1122/20171122092949636.png"/>
          <p:cNvPicPr>
            <a:picLocks noChangeAspect="1" noChangeArrowheads="1"/>
          </p:cNvPicPr>
          <p:nvPr userDrawn="1"/>
        </p:nvPicPr>
        <p:blipFill rotWithShape="1">
          <a:blip r:embed="rId5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1" t="26645" r="15215" b="28137"/>
          <a:stretch/>
        </p:blipFill>
        <p:spPr bwMode="auto">
          <a:xfrm>
            <a:off x="7675042" y="189434"/>
            <a:ext cx="1957908" cy="66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07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 Titl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40824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5" imgH="457" progId="TCLayout.ActiveDocument.1">
                  <p:embed/>
                </p:oleObj>
              </mc:Choice>
              <mc:Fallback>
                <p:oleObj name="think-cell Slide" r:id="rId3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4806" y="1160486"/>
            <a:ext cx="9358500" cy="1544846"/>
          </a:xfrm>
        </p:spPr>
        <p:txBody>
          <a:bodyPr/>
          <a:lstStyle>
            <a:lvl1pPr marL="188568" indent="-188568">
              <a:lnSpc>
                <a:spcPct val="110000"/>
              </a:lnSpc>
              <a:buClr>
                <a:srgbClr val="B42100"/>
              </a:buClr>
              <a:defRPr baseline="0">
                <a:latin typeface="Palatino Linotype" panose="02040502050505030304" pitchFamily="18" charset="0"/>
                <a:ea typeface="华文楷体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2pPr>
            <a:lvl3pPr marL="895350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3pPr>
            <a:lvl4pPr marL="1162050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5pPr>
          </a:lstStyle>
          <a:p>
            <a:pPr marL="188568" indent="-188568">
              <a:lnSpc>
                <a:spcPct val="110000"/>
              </a:lnSpc>
              <a:buClr>
                <a:srgbClr val="B42100"/>
              </a:buClr>
            </a:pPr>
            <a:r>
              <a:rPr kumimoji="1" lang="en-US" altLang="zh-CN" sz="1600" dirty="0">
                <a:ea typeface="PMingLiU" pitchFamily="18" charset="-120"/>
              </a:rPr>
              <a:t>Text</a:t>
            </a:r>
            <a:r>
              <a:rPr kumimoji="1" lang="en-US" altLang="zh-CN" sz="1600" baseline="0" dirty="0">
                <a:ea typeface="PMingLiU" pitchFamily="18" charset="-120"/>
              </a:rPr>
              <a:t> on first level here</a:t>
            </a:r>
            <a:endParaRPr kumimoji="1" lang="en-US" altLang="zh-CN" sz="1600" dirty="0">
              <a:ea typeface="PMingLiU" pitchFamily="18" charset="-120"/>
            </a:endParaRPr>
          </a:p>
          <a:p>
            <a:pPr marL="5270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r>
              <a:rPr lang="en-US" altLang="zh-CN" sz="1600" dirty="0">
                <a:latin typeface="Palatino Linotype" panose="02040502050505030304" pitchFamily="18" charset="0"/>
              </a:rPr>
              <a:t>Second level</a:t>
            </a:r>
          </a:p>
          <a:p>
            <a:pPr marL="895350" lvl="2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Third level</a:t>
            </a:r>
          </a:p>
          <a:p>
            <a:pPr marL="1162050" lvl="3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Content</a:t>
            </a:r>
          </a:p>
          <a:p>
            <a:pPr marL="6286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endParaRPr lang="en-US" altLang="zh-CN" sz="1600" dirty="0">
              <a:latin typeface="Palatino Linotype" panose="02040502050505030304" pitchFamily="18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264840" y="296863"/>
            <a:ext cx="936811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2740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 Onlytex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010702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5" imgH="457" progId="TCLayout.ActiveDocument.1">
                  <p:embed/>
                </p:oleObj>
              </mc:Choice>
              <mc:Fallback>
                <p:oleObj name="think-cell Slide" r:id="rId3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4806" y="1376363"/>
            <a:ext cx="4531032" cy="4933950"/>
          </a:xfrm>
        </p:spPr>
        <p:txBody>
          <a:bodyPr/>
          <a:lstStyle>
            <a:lvl1pPr marL="188568" indent="-188568">
              <a:lnSpc>
                <a:spcPct val="110000"/>
              </a:lnSpc>
              <a:buClr>
                <a:srgbClr val="B42100"/>
              </a:buClr>
              <a:defRPr baseline="0">
                <a:latin typeface="Palatino Linotype" panose="02040502050505030304" pitchFamily="18" charset="0"/>
                <a:ea typeface="华文楷体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2pPr>
            <a:lvl3pPr marL="895350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3pPr>
            <a:lvl4pPr marL="1162050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5pPr>
          </a:lstStyle>
          <a:p>
            <a:pPr marL="188568" indent="-188568">
              <a:lnSpc>
                <a:spcPct val="110000"/>
              </a:lnSpc>
              <a:buClr>
                <a:srgbClr val="B42100"/>
              </a:buClr>
            </a:pPr>
            <a:r>
              <a:rPr kumimoji="1" lang="en-US" altLang="zh-CN" sz="1600" dirty="0">
                <a:ea typeface="PMingLiU" pitchFamily="18" charset="-120"/>
              </a:rPr>
              <a:t>Text</a:t>
            </a:r>
            <a:r>
              <a:rPr kumimoji="1" lang="en-US" altLang="zh-CN" sz="1600" baseline="0" dirty="0">
                <a:ea typeface="PMingLiU" pitchFamily="18" charset="-120"/>
              </a:rPr>
              <a:t> on first level here</a:t>
            </a:r>
            <a:endParaRPr kumimoji="1" lang="en-US" altLang="zh-CN" sz="1600" dirty="0">
              <a:ea typeface="PMingLiU" pitchFamily="18" charset="-120"/>
            </a:endParaRPr>
          </a:p>
          <a:p>
            <a:pPr marL="5270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r>
              <a:rPr lang="en-US" altLang="zh-CN" sz="1600" dirty="0">
                <a:latin typeface="Palatino Linotype" panose="02040502050505030304" pitchFamily="18" charset="0"/>
              </a:rPr>
              <a:t>Second level</a:t>
            </a:r>
          </a:p>
          <a:p>
            <a:pPr marL="895350" lvl="2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Third level</a:t>
            </a:r>
          </a:p>
          <a:p>
            <a:pPr marL="1162050" lvl="3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Content</a:t>
            </a:r>
          </a:p>
          <a:p>
            <a:pPr marL="6286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endParaRPr lang="en-US" altLang="zh-CN" sz="1600" dirty="0">
              <a:latin typeface="Palatino Linotype" panose="02040502050505030304" pitchFamily="18" charset="0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264840" y="296863"/>
            <a:ext cx="936811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085277" y="1376363"/>
            <a:ext cx="4531032" cy="4933950"/>
          </a:xfrm>
        </p:spPr>
        <p:txBody>
          <a:bodyPr/>
          <a:lstStyle>
            <a:lvl1pPr marL="188568" indent="-188568">
              <a:lnSpc>
                <a:spcPct val="110000"/>
              </a:lnSpc>
              <a:buClr>
                <a:srgbClr val="B42100"/>
              </a:buClr>
              <a:defRPr baseline="0">
                <a:latin typeface="Palatino Linotype" panose="02040502050505030304" pitchFamily="18" charset="0"/>
                <a:ea typeface="华文楷体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2pPr>
            <a:lvl3pPr marL="895350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3pPr>
            <a:lvl4pPr marL="1162050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楷体" panose="02010600040101010101" pitchFamily="2" charset="-122"/>
              </a:defRPr>
            </a:lvl5pPr>
          </a:lstStyle>
          <a:p>
            <a:pPr marL="188568" indent="-188568">
              <a:lnSpc>
                <a:spcPct val="110000"/>
              </a:lnSpc>
              <a:buClr>
                <a:srgbClr val="B42100"/>
              </a:buClr>
            </a:pPr>
            <a:r>
              <a:rPr kumimoji="1" lang="en-US" altLang="zh-CN" sz="1600" dirty="0">
                <a:ea typeface="PMingLiU" pitchFamily="18" charset="-120"/>
              </a:rPr>
              <a:t>Text</a:t>
            </a:r>
            <a:r>
              <a:rPr kumimoji="1" lang="en-US" altLang="zh-CN" sz="1600" baseline="0" dirty="0">
                <a:ea typeface="PMingLiU" pitchFamily="18" charset="-120"/>
              </a:rPr>
              <a:t> on first level here</a:t>
            </a:r>
            <a:endParaRPr kumimoji="1" lang="en-US" altLang="zh-CN" sz="1600" dirty="0">
              <a:ea typeface="PMingLiU" pitchFamily="18" charset="-120"/>
            </a:endParaRPr>
          </a:p>
          <a:p>
            <a:pPr marL="5270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r>
              <a:rPr lang="en-US" altLang="zh-CN" sz="1600" dirty="0">
                <a:latin typeface="Palatino Linotype" panose="02040502050505030304" pitchFamily="18" charset="0"/>
              </a:rPr>
              <a:t>Second level</a:t>
            </a:r>
          </a:p>
          <a:p>
            <a:pPr marL="895350" lvl="2" indent="-171450">
              <a:lnSpc>
                <a:spcPct val="110000"/>
              </a:lnSpc>
              <a:spcBef>
                <a:spcPct val="0"/>
              </a:spcBef>
              <a:buClr>
                <a:srgbClr val="B42100"/>
              </a:buClr>
              <a:buFont typeface="Arial" pitchFamily="34" charset="0"/>
              <a:buChar char="•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Third level</a:t>
            </a:r>
          </a:p>
          <a:p>
            <a:pPr marL="1162050" lvl="3" indent="-171450">
              <a:lnSpc>
                <a:spcPct val="110000"/>
              </a:lnSpc>
              <a:spcBef>
                <a:spcPct val="0"/>
              </a:spcBef>
              <a:buClr>
                <a:schemeClr val="bg1">
                  <a:lumMod val="75000"/>
                </a:schemeClr>
              </a:buClr>
              <a:buFont typeface="Vrinda" panose="020B0502040204020203" pitchFamily="34" charset="0"/>
              <a:buChar char="-"/>
              <a:tabLst>
                <a:tab pos="1162050" algn="l"/>
              </a:tabLst>
            </a:pPr>
            <a:r>
              <a:rPr kumimoji="1" lang="en-US" altLang="zh-CN" sz="1600" dirty="0">
                <a:latin typeface="Palatino Linotype" panose="02040502050505030304" pitchFamily="18" charset="0"/>
                <a:ea typeface="PMingLiU" pitchFamily="18" charset="-120"/>
              </a:rPr>
              <a:t>Content</a:t>
            </a:r>
          </a:p>
          <a:p>
            <a:pPr marL="628650" lvl="1" indent="-180975" fontAlgn="b">
              <a:lnSpc>
                <a:spcPct val="110000"/>
              </a:lnSpc>
              <a:buClr>
                <a:schemeClr val="bg1">
                  <a:lumMod val="75000"/>
                </a:schemeClr>
              </a:buClr>
              <a:defRPr/>
            </a:pPr>
            <a:endParaRPr lang="en-US" altLang="zh-CN" sz="1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52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8554087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5" imgH="457" progId="TCLayout.ActiveDocument.1">
                  <p:embed/>
                </p:oleObj>
              </mc:Choice>
              <mc:Fallback>
                <p:oleObj name="think-cell Slide" r:id="rId3" imgW="465" imgH="457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5158" y="2158484"/>
            <a:ext cx="9365380" cy="290849"/>
          </a:xfrm>
          <a:ln>
            <a:noFill/>
          </a:ln>
        </p:spPr>
        <p:txBody>
          <a:bodyPr/>
          <a:lstStyle>
            <a:lvl1pPr marL="172427" indent="-172427">
              <a:buFont typeface="Arial" pitchFamily="34" charset="0"/>
              <a:buChar char="•"/>
              <a:defRPr sz="2100" baseline="0"/>
            </a:lvl1pPr>
            <a:lvl2pPr marL="364012" indent="-191585">
              <a:spcBef>
                <a:spcPts val="629"/>
              </a:spcBef>
              <a:buFont typeface="Arial" pitchFamily="34" charset="0"/>
              <a:buChar char="–"/>
              <a:defRPr sz="2100"/>
            </a:lvl2pPr>
            <a:lvl3pPr marL="507700" indent="-143689">
              <a:spcBef>
                <a:spcPts val="210"/>
              </a:spcBef>
              <a:buFont typeface="Arial" pitchFamily="34" charset="0"/>
              <a:buChar char="-"/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 lvl="0"/>
            <a:r>
              <a:rPr lang="en-US" dirty="0"/>
              <a:t>Divider subsections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5158" y="1628009"/>
            <a:ext cx="9365310" cy="338406"/>
          </a:xfrm>
          <a:prstGeom prst="rect">
            <a:avLst/>
          </a:prstGeom>
          <a:ln>
            <a:noFill/>
          </a:ln>
        </p:spPr>
        <p:txBody>
          <a:bodyPr lIns="95793" tIns="47896" rIns="95793" bIns="47896"/>
          <a:lstStyle>
            <a:lvl1pPr>
              <a:defRPr baseline="0"/>
            </a:lvl1pPr>
          </a:lstStyle>
          <a:p>
            <a:r>
              <a:rPr lang="en-US" dirty="0"/>
              <a:t>Divider text here</a:t>
            </a:r>
          </a:p>
        </p:txBody>
      </p:sp>
    </p:spTree>
    <p:extLst>
      <p:ext uri="{BB962C8B-B14F-4D97-AF65-F5344CB8AC3E}">
        <p14:creationId xmlns:p14="http://schemas.microsoft.com/office/powerpoint/2010/main" val="877220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714759154"/>
              </p:ext>
            </p:extLst>
          </p:nvPr>
        </p:nvGraphicFramePr>
        <p:xfrm>
          <a:off x="1721" y="1589"/>
          <a:ext cx="1719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21" y="1589"/>
                        <a:ext cx="1719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840" y="1376682"/>
            <a:ext cx="9367890" cy="1408078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Text on first level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0551" y="6596784"/>
            <a:ext cx="287228" cy="13853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b" anchorCtr="0">
            <a:noAutofit/>
          </a:bodyPr>
          <a:lstStyle/>
          <a:p>
            <a:pPr algn="r"/>
            <a:fld id="{6CE8C368-3382-4C28-AE75-DF7C05ACA19D}" type="slidenum">
              <a:rPr lang="en-US" sz="900">
                <a:solidFill>
                  <a:srgbClr val="ADABA1"/>
                </a:solidFill>
              </a:rPr>
              <a:pPr algn="r"/>
              <a:t>‹#›</a:t>
            </a:fld>
            <a:endParaRPr lang="en-US" sz="900" dirty="0">
              <a:solidFill>
                <a:srgbClr val="ADABA1"/>
              </a:solidFill>
            </a:endParaRPr>
          </a:p>
        </p:txBody>
      </p:sp>
      <p:sp>
        <p:nvSpPr>
          <p:cNvPr id="8" name="Line 11"/>
          <p:cNvSpPr>
            <a:spLocks noChangeShapeType="1"/>
          </p:cNvSpPr>
          <p:nvPr userDrawn="1"/>
        </p:nvSpPr>
        <p:spPr bwMode="auto">
          <a:xfrm>
            <a:off x="271464" y="917440"/>
            <a:ext cx="9125694" cy="0"/>
          </a:xfrm>
          <a:prstGeom prst="line">
            <a:avLst/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lIns="95793" tIns="47896" rIns="95793" bIns="47896"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Line 11"/>
          <p:cNvSpPr>
            <a:spLocks noChangeShapeType="1"/>
          </p:cNvSpPr>
          <p:nvPr userDrawn="1"/>
        </p:nvSpPr>
        <p:spPr bwMode="auto">
          <a:xfrm rot="16200000">
            <a:off x="144381" y="827726"/>
            <a:ext cx="182604" cy="0"/>
          </a:xfrm>
          <a:prstGeom prst="line">
            <a:avLst/>
          </a:prstGeom>
          <a:noFill/>
          <a:ln w="76200">
            <a:solidFill>
              <a:srgbClr val="B42100"/>
            </a:solidFill>
            <a:round/>
            <a:headEnd/>
            <a:tailEnd/>
          </a:ln>
        </p:spPr>
        <p:txBody>
          <a:bodyPr lIns="95793" tIns="47896" rIns="95793" bIns="47896"/>
          <a:lstStyle/>
          <a:p>
            <a:pPr>
              <a:defRPr/>
            </a:pPr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 userDrawn="1"/>
        </p:nvSpPr>
        <p:spPr bwMode="auto">
          <a:xfrm rot="16200000">
            <a:off x="191478" y="852338"/>
            <a:ext cx="136557" cy="0"/>
          </a:xfrm>
          <a:prstGeom prst="line">
            <a:avLst/>
          </a:prstGeom>
          <a:noFill/>
          <a:ln w="38100">
            <a:solidFill>
              <a:srgbClr val="969696"/>
            </a:solidFill>
            <a:round/>
            <a:headEnd/>
            <a:tailEnd/>
          </a:ln>
        </p:spPr>
        <p:txBody>
          <a:bodyPr lIns="95793" tIns="47896" rIns="95793" bIns="47896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12" name="Group 30"/>
          <p:cNvGrpSpPr>
            <a:grpSpLocks/>
          </p:cNvGrpSpPr>
          <p:nvPr userDrawn="1"/>
        </p:nvGrpSpPr>
        <p:grpSpPr bwMode="auto">
          <a:xfrm>
            <a:off x="8955240" y="911089"/>
            <a:ext cx="453952" cy="69866"/>
            <a:chOff x="5208" y="545"/>
            <a:chExt cx="264" cy="44"/>
          </a:xfrm>
        </p:grpSpPr>
        <p:sp>
          <p:nvSpPr>
            <p:cNvPr id="16" name="Rectangle 17"/>
            <p:cNvSpPr>
              <a:spLocks noChangeArrowheads="1"/>
            </p:cNvSpPr>
            <p:nvPr userDrawn="1"/>
          </p:nvSpPr>
          <p:spPr bwMode="auto">
            <a:xfrm rot="10800000" flipH="1" flipV="1">
              <a:off x="5208" y="545"/>
              <a:ext cx="264" cy="44"/>
            </a:xfrm>
            <a:prstGeom prst="rect">
              <a:avLst/>
            </a:prstGeom>
            <a:solidFill>
              <a:srgbClr val="B42100"/>
            </a:solidFill>
            <a:ln>
              <a:noFill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altLang="zh-CN" sz="1000" b="0">
                <a:solidFill>
                  <a:schemeClr val="bg1"/>
                </a:solidFill>
              </a:endParaRPr>
            </a:p>
          </p:txBody>
        </p:sp>
        <p:sp>
          <p:nvSpPr>
            <p:cNvPr id="17" name="Rectangle 22"/>
            <p:cNvSpPr>
              <a:spLocks noChangeArrowheads="1"/>
            </p:cNvSpPr>
            <p:nvPr userDrawn="1"/>
          </p:nvSpPr>
          <p:spPr bwMode="auto">
            <a:xfrm rot="10800000">
              <a:off x="5208" y="545"/>
              <a:ext cx="240" cy="27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ffectLst/>
          </p:spPr>
          <p:txBody>
            <a:bodyPr rot="10800000" anchor="ctr"/>
            <a:lstStyle/>
            <a:p>
              <a:pPr algn="r">
                <a:defRPr/>
              </a:pPr>
              <a:endParaRPr lang="en-US" altLang="zh-CN" sz="200" b="0">
                <a:solidFill>
                  <a:schemeClr val="bg1"/>
                </a:solidFill>
              </a:endParaRPr>
            </a:p>
          </p:txBody>
        </p:sp>
      </p:grpSp>
      <p:sp>
        <p:nvSpPr>
          <p:cNvPr id="1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704596" y="6505766"/>
            <a:ext cx="495221" cy="1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793" tIns="47896" rIns="95793" bIns="47896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20000"/>
              </a:spcBef>
              <a:buClr>
                <a:schemeClr val="accent1"/>
              </a:buClr>
              <a:buSzPct val="85000"/>
              <a:buFontTx/>
              <a:buChar char="-"/>
              <a:defRPr sz="800" b="0" smtClean="0">
                <a:solidFill>
                  <a:srgbClr val="937632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- </a:t>
            </a:r>
            <a:fld id="{D196C2D1-191C-4448-BECC-17644327C254}" type="slidenum">
              <a:rPr lang="en-US" altLang="zh-CN"/>
              <a:pPr>
                <a:defRPr/>
              </a:pPr>
              <a:t>‹#›</a:t>
            </a:fld>
            <a:r>
              <a:rPr lang="en-US" altLang="zh-CN"/>
              <a:t> -</a:t>
            </a:r>
          </a:p>
        </p:txBody>
      </p:sp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264840" y="296863"/>
            <a:ext cx="936811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117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70" r:id="rId3"/>
    <p:sldLayoutId id="2147483662" r:id="rId4"/>
    <p:sldLayoutId id="2147483663" r:id="rId5"/>
  </p:sldLayoutIdLst>
  <p:hf sldNum="0" hdr="0" ftr="0" dt="0"/>
  <p:txStyles>
    <p:titleStyle>
      <a:lvl1pPr marL="0" indent="0" algn="l" defTabSz="957925" rtl="0" eaLnBrk="1" latinLnBrk="0" hangingPunct="1">
        <a:lnSpc>
          <a:spcPct val="90000"/>
        </a:lnSpc>
        <a:spcBef>
          <a:spcPct val="0"/>
        </a:spcBef>
        <a:buNone/>
        <a:defRPr sz="2500" b="0" kern="1200" baseline="0">
          <a:solidFill>
            <a:schemeClr val="tx1"/>
          </a:solidFill>
          <a:latin typeface="Palatino Linotype" panose="02040502050505030304" pitchFamily="18" charset="0"/>
          <a:ea typeface="+mj-ea"/>
          <a:cs typeface="Arial" pitchFamily="34" charset="0"/>
        </a:defRPr>
      </a:lvl1pPr>
    </p:titleStyle>
    <p:bodyStyle>
      <a:lvl1pPr marL="188568" indent="-188568" algn="l" defTabSz="957925" rtl="0" eaLnBrk="1" latinLnBrk="0" hangingPunct="1">
        <a:lnSpc>
          <a:spcPct val="90000"/>
        </a:lnSpc>
        <a:spcBef>
          <a:spcPts val="1467"/>
        </a:spcBef>
        <a:buClr>
          <a:schemeClr val="bg2"/>
        </a:buClr>
        <a:buSzPct val="100000"/>
        <a:buFont typeface="Arial" pitchFamily="34" charset="0"/>
        <a:buChar char="■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1pPr>
      <a:lvl2pPr marL="325695" indent="-134110" algn="l" defTabSz="957925" rtl="0" eaLnBrk="1" latinLnBrk="0" hangingPunct="1">
        <a:lnSpc>
          <a:spcPct val="90000"/>
        </a:lnSpc>
        <a:spcBef>
          <a:spcPts val="943"/>
        </a:spcBef>
        <a:buClr>
          <a:schemeClr val="bg2"/>
        </a:buClr>
        <a:buFont typeface="Arial" pitchFamily="34" charset="0"/>
        <a:buChar char="•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2pPr>
      <a:lvl3pPr marL="512905" indent="-188568" algn="l" defTabSz="957925" rtl="0" eaLnBrk="1" latinLnBrk="0" hangingPunct="1">
        <a:lnSpc>
          <a:spcPct val="90000"/>
        </a:lnSpc>
        <a:spcBef>
          <a:spcPts val="629"/>
        </a:spcBef>
        <a:buClr>
          <a:schemeClr val="bg2"/>
        </a:buClr>
        <a:buFont typeface="Arial" pitchFamily="34" charset="0"/>
        <a:buChar char="–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3pPr>
      <a:lvl4pPr marL="663759" indent="-143689" algn="l" defTabSz="957925" rtl="0" eaLnBrk="1" latinLnBrk="0" hangingPunct="1">
        <a:lnSpc>
          <a:spcPct val="90000"/>
        </a:lnSpc>
        <a:spcBef>
          <a:spcPts val="210"/>
        </a:spcBef>
        <a:buClr>
          <a:schemeClr val="bg2"/>
        </a:buClr>
        <a:buFont typeface="Arial" pitchFamily="34" charset="0"/>
        <a:buChar char="-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4pPr>
      <a:lvl5pPr marL="807071" indent="-143312" algn="l" defTabSz="957925" rtl="0" eaLnBrk="1" latinLnBrk="0" hangingPunct="1">
        <a:lnSpc>
          <a:spcPct val="90000"/>
        </a:lnSpc>
        <a:spcBef>
          <a:spcPts val="105"/>
        </a:spcBef>
        <a:buClr>
          <a:schemeClr val="bg2"/>
        </a:buClr>
        <a:buFont typeface="Arial" pitchFamily="34" charset="0"/>
        <a:buChar char="-"/>
        <a:defRPr sz="1700" kern="1200">
          <a:solidFill>
            <a:schemeClr val="tx1"/>
          </a:solidFill>
          <a:latin typeface="Palatino Linotype" panose="02040502050505030304" pitchFamily="18" charset="0"/>
          <a:ea typeface="+mn-ea"/>
          <a:cs typeface="Arial" pitchFamily="34" charset="0"/>
        </a:defRPr>
      </a:lvl5pPr>
      <a:lvl6pPr marL="2634295" indent="-239481" algn="l" defTabSz="957925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3258" indent="-239481" algn="l" defTabSz="957925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2220" indent="-239481" algn="l" defTabSz="957925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1183" indent="-239481" algn="l" defTabSz="957925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63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925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888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851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814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776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739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702" algn="l" defTabSz="95792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Layout" Target="../slideLayouts/slideLayout2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tags" Target="../tags/tag36.xml"/><Relationship Id="rId3" Type="http://schemas.openxmlformats.org/officeDocument/2006/relationships/tags" Target="../tags/tag37.xml"/><Relationship Id="rId4" Type="http://schemas.openxmlformats.org/officeDocument/2006/relationships/tags" Target="../tags/tag38.xml"/><Relationship Id="rId5" Type="http://schemas.openxmlformats.org/officeDocument/2006/relationships/tags" Target="../tags/tag39.xml"/><Relationship Id="rId6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tags" Target="../tags/tag43.xml"/><Relationship Id="rId5" Type="http://schemas.openxmlformats.org/officeDocument/2006/relationships/tags" Target="../tags/tag44.xml"/><Relationship Id="rId6" Type="http://schemas.openxmlformats.org/officeDocument/2006/relationships/tags" Target="../tags/tag45.xml"/><Relationship Id="rId7" Type="http://schemas.openxmlformats.org/officeDocument/2006/relationships/tags" Target="../tags/tag46.xml"/><Relationship Id="rId8" Type="http://schemas.openxmlformats.org/officeDocument/2006/relationships/tags" Target="../tags/tag47.xml"/><Relationship Id="rId9" Type="http://schemas.openxmlformats.org/officeDocument/2006/relationships/tags" Target="../tags/tag48.xml"/><Relationship Id="rId10" Type="http://schemas.openxmlformats.org/officeDocument/2006/relationships/tags" Target="../tags/tag49.xml"/><Relationship Id="rId1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Relationship Id="rId7" Type="http://schemas.openxmlformats.org/officeDocument/2006/relationships/tags" Target="../tags/tag56.xml"/><Relationship Id="rId8" Type="http://schemas.openxmlformats.org/officeDocument/2006/relationships/tags" Target="../tags/tag57.xml"/><Relationship Id="rId9" Type="http://schemas.openxmlformats.org/officeDocument/2006/relationships/tags" Target="../tags/tag58.xml"/><Relationship Id="rId10" Type="http://schemas.openxmlformats.org/officeDocument/2006/relationships/tags" Target="../tags/tag59.xml"/><Relationship Id="rId11" Type="http://schemas.openxmlformats.org/officeDocument/2006/relationships/tags" Target="../tags/tag60.xml"/><Relationship Id="rId12" Type="http://schemas.openxmlformats.org/officeDocument/2006/relationships/tags" Target="../tags/tag61.xml"/><Relationship Id="rId13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tags" Target="../tags/tag68.xml"/><Relationship Id="rId7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tags" Target="../tags/tag78.xml"/><Relationship Id="rId7" Type="http://schemas.openxmlformats.org/officeDocument/2006/relationships/tags" Target="../tags/tag79.xml"/><Relationship Id="rId8" Type="http://schemas.openxmlformats.org/officeDocument/2006/relationships/tags" Target="../tags/tag80.xml"/><Relationship Id="rId9" Type="http://schemas.openxmlformats.org/officeDocument/2006/relationships/tags" Target="../tags/tag81.xml"/><Relationship Id="rId10" Type="http://schemas.openxmlformats.org/officeDocument/2006/relationships/tags" Target="../tags/tag82.xml"/><Relationship Id="rId11" Type="http://schemas.openxmlformats.org/officeDocument/2006/relationships/tags" Target="../tags/tag83.xml"/><Relationship Id="rId12" Type="http://schemas.openxmlformats.org/officeDocument/2006/relationships/tags" Target="../tags/tag84.xml"/><Relationship Id="rId13" Type="http://schemas.openxmlformats.org/officeDocument/2006/relationships/tags" Target="../tags/tag85.xml"/><Relationship Id="rId14" Type="http://schemas.openxmlformats.org/officeDocument/2006/relationships/tags" Target="../tags/tag86.xml"/><Relationship Id="rId15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tags" Target="../tags/tag88.xml"/><Relationship Id="rId3" Type="http://schemas.openxmlformats.org/officeDocument/2006/relationships/tags" Target="../tags/tag89.xml"/><Relationship Id="rId4" Type="http://schemas.openxmlformats.org/officeDocument/2006/relationships/tags" Target="../tags/tag90.xml"/><Relationship Id="rId5" Type="http://schemas.openxmlformats.org/officeDocument/2006/relationships/tags" Target="../tags/tag91.xml"/><Relationship Id="rId6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9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tags" Target="../tags/tag96.xml"/><Relationship Id="rId6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265158" y="6103033"/>
            <a:ext cx="4218996" cy="207749"/>
          </a:xfrm>
        </p:spPr>
        <p:txBody>
          <a:bodyPr/>
          <a:lstStyle/>
          <a:p>
            <a:r>
              <a:rPr sz="1200" b="0" i="0">
                <a:solidFill>
                  <a:srgbClr val="5B5B5B"/>
                </a:solidFill>
                <a:latin typeface="Arial"/>
              </a:rPr>
              <a:t>Group presentation · Member 2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200" b="0" i="0">
                <a:solidFill>
                  <a:srgbClr val="5B5B5B"/>
                </a:solidFill>
                <a:latin typeface="Arial"/>
              </a:rPr>
              <a:t>20 October 2026</a:t>
            </a: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100" b="1" i="0">
                <a:solidFill>
                  <a:srgbClr val="1B1B1B"/>
                </a:solidFill>
                <a:latin typeface="Arial"/>
              </a:rPr>
              <a:t>The Mortgage Piggy Bank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 i="0">
                <a:solidFill>
                  <a:srgbClr val="A6192E"/>
                </a:solidFill>
                <a:latin typeface="Arial"/>
              </a:rPr>
              <a:t>Data, empirical design &amp; identification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42519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1B1B1B"/>
                </a:solidFill>
                <a:latin typeface="Arial"/>
              </a:rPr>
              <a:t>How can a mortgage rule change reveal causal wealth-building?</a:t>
            </a:r>
          </a:p>
        </p:txBody>
      </p:sp>
    </p:spTree>
    <p:extLst>
      <p:ext uri="{BB962C8B-B14F-4D97-AF65-F5344CB8AC3E}">
        <p14:creationId xmlns:p14="http://schemas.microsoft.com/office/powerpoint/2010/main" val="13412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500" b="0" i="0">
                <a:solidFill>
                  <a:srgbClr val="1B1B1B"/>
                </a:solidFill>
                <a:latin typeface="Arial"/>
              </a:rPr>
              <a:t>1. The Dutch reform creates a clean policy shock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6192E"/>
                </a:solidFill>
                <a:latin typeface="Arial"/>
              </a:rPr>
              <a:t>REFORM TIMELINE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44752"/>
            <a:ext cx="7955280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4400" y="1307592"/>
            <a:ext cx="0" cy="274320"/>
          </a:xfrm>
          <a:prstGeom prst="line">
            <a:avLst/>
          </a:prstGeom>
          <a:ln w="25400">
            <a:solidFill>
              <a:srgbClr val="2F6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75488" y="11247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F638F"/>
                </a:solidFill>
                <a:latin typeface="Arial"/>
              </a:rPr>
              <a:t>Apr 2012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2763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5B5B5B"/>
                </a:solidFill>
                <a:latin typeface="Arial"/>
              </a:rPr>
              <a:t>pre-reform buyers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1307592"/>
            <a:ext cx="0" cy="274320"/>
          </a:xfrm>
          <a:prstGeom prst="line">
            <a:avLst/>
          </a:prstGeom>
          <a:ln w="25400">
            <a:solidFill>
              <a:srgbClr val="A619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38727" y="11247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A6192E"/>
                </a:solidFill>
                <a:latin typeface="Arial"/>
              </a:rPr>
              <a:t>Jan 1, 2013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62763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5B5B5B"/>
                </a:solidFill>
                <a:latin typeface="Arial"/>
              </a:rPr>
              <a:t>new contracts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75120" y="1307592"/>
            <a:ext cx="0" cy="274320"/>
          </a:xfrm>
          <a:prstGeom prst="line">
            <a:avLst/>
          </a:prstGeom>
          <a:ln w="25400">
            <a:solidFill>
              <a:srgbClr val="8F1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36208" y="11247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8F1225"/>
                </a:solidFill>
                <a:latin typeface="Arial"/>
              </a:rPr>
              <a:t>Mar 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162763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5B5B5B"/>
                </a:solidFill>
                <a:latin typeface="Arial"/>
              </a:rPr>
              <a:t>first treated closings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0" y="1307592"/>
            <a:ext cx="0" cy="274320"/>
          </a:xfrm>
          <a:prstGeom prst="line">
            <a:avLst/>
          </a:prstGeom>
          <a:ln w="25400">
            <a:solidFill>
              <a:srgbClr val="8F1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90688" y="11247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8F1225"/>
                </a:solidFill>
                <a:latin typeface="Arial"/>
              </a:rPr>
              <a:t>2013+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62763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5B5B5B"/>
                </a:solidFill>
                <a:latin typeface="Arial"/>
              </a:rPr>
              <a:t>post-reform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057400"/>
            <a:ext cx="3886200" cy="214884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2057400"/>
            <a:ext cx="3886200" cy="384048"/>
          </a:xfrm>
          <a:prstGeom prst="roundRect">
            <a:avLst/>
          </a:prstGeom>
          <a:solidFill>
            <a:srgbClr val="2F638F"/>
          </a:solidFill>
          <a:ln w="6350">
            <a:solidFill>
              <a:srgbClr val="2F6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112264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BEFORE REFORM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587752"/>
            <a:ext cx="342900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400"/>
              </a:spcAft>
              <a:defRPr sz="1400">
                <a:solidFill>
                  <a:srgbClr val="1B1B1B"/>
                </a:solidFill>
                <a:latin typeface="Arial"/>
              </a:defRPr>
            </a:pPr>
            <a:r>
              <a:t>Up to 50% of the mortgage could be interest-only.</a:t>
            </a:r>
          </a:p>
          <a:p>
            <a:pPr>
              <a:buChar char="•"/>
              <a:lnSpc>
                <a:spcPct val="105000"/>
              </a:lnSpc>
              <a:spcAft>
                <a:spcPts val="400"/>
              </a:spcAft>
              <a:defRPr sz="1400">
                <a:solidFill>
                  <a:srgbClr val="1B1B1B"/>
                </a:solidFill>
                <a:latin typeface="Arial"/>
              </a:defRPr>
            </a:pPr>
            <a:r>
              <a:t>Typical contract: 50% IO + 50% amortizing.</a:t>
            </a:r>
          </a:p>
          <a:p>
            <a:pPr>
              <a:buChar char="•"/>
              <a:lnSpc>
                <a:spcPct val="105000"/>
              </a:lnSpc>
              <a:spcAft>
                <a:spcPts val="400"/>
              </a:spcAft>
              <a:defRPr sz="1400">
                <a:solidFill>
                  <a:srgbClr val="1B1B1B"/>
                </a:solidFill>
                <a:latin typeface="Arial"/>
              </a:defRPr>
            </a:pPr>
            <a:r>
              <a:t>Lower scheduled repayment in the first years.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057400"/>
            <a:ext cx="3886200" cy="2148840"/>
          </a:xfrm>
          <a:prstGeom prst="roundRect">
            <a:avLst/>
          </a:prstGeom>
          <a:solidFill>
            <a:srgbClr val="F7E9EB"/>
          </a:solidFill>
          <a:ln w="1016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17720" y="2057400"/>
            <a:ext cx="3886200" cy="384048"/>
          </a:xfrm>
          <a:prstGeom prst="roundRect">
            <a:avLst/>
          </a:prstGeom>
          <a:solidFill>
            <a:srgbClr val="A6192E"/>
          </a:solidFill>
          <a:ln w="635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73168" y="2112264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AFTER REFORM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587752"/>
            <a:ext cx="342900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lnSpc>
                <a:spcPct val="105000"/>
              </a:lnSpc>
              <a:spcAft>
                <a:spcPts val="400"/>
              </a:spcAft>
              <a:defRPr sz="1400">
                <a:solidFill>
                  <a:srgbClr val="1B1B1B"/>
                </a:solidFill>
                <a:latin typeface="Arial"/>
              </a:defRPr>
            </a:pPr>
            <a:r>
              <a:t>New mortgages had to amortize fully to qualify for MID / insurance.</a:t>
            </a:r>
          </a:p>
          <a:p>
            <a:pPr>
              <a:buChar char="•"/>
              <a:lnSpc>
                <a:spcPct val="105000"/>
              </a:lnSpc>
              <a:spcAft>
                <a:spcPts val="400"/>
              </a:spcAft>
              <a:defRPr sz="1400">
                <a:solidFill>
                  <a:srgbClr val="1B1B1B"/>
                </a:solidFill>
                <a:latin typeface="Arial"/>
              </a:defRPr>
            </a:pPr>
            <a:r>
              <a:t>Mortgage repayment rises by about €2k per year in the sample.</a:t>
            </a:r>
          </a:p>
          <a:p>
            <a:pPr>
              <a:buChar char="•"/>
              <a:lnSpc>
                <a:spcPct val="105000"/>
              </a:lnSpc>
              <a:spcAft>
                <a:spcPts val="400"/>
              </a:spcAft>
              <a:defRPr sz="1400">
                <a:solidFill>
                  <a:srgbClr val="1B1B1B"/>
                </a:solidFill>
                <a:latin typeface="Arial"/>
              </a:defRPr>
            </a:pPr>
            <a:r>
              <a:t>The rule shifts repayment without changing the home-purchase margin.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498848"/>
            <a:ext cx="809244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654296"/>
            <a:ext cx="772667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6192E"/>
                </a:solidFill>
                <a:latin typeface="Arial"/>
              </a:rPr>
              <a:t>Treatment definition: </a:t>
            </a:r>
            <a:r>
              <a:rPr sz="1300" b="0" i="0">
                <a:solidFill>
                  <a:srgbClr val="1B1B1B"/>
                </a:solidFill>
                <a:latin typeface="Arial"/>
              </a:rPr>
              <a:t>Postᵢ = 1 for closings from May 2013 onward in the formal window; March–April closings are excluded because contract timing is ambiguous.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53212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5B5B"/>
                </a:solidFill>
                <a:latin typeface="Arial"/>
              </a:rPr>
              <a:t>Why this is useful: payment-to-income limits were already computed as if the mortgage fully amortized, so the reform mainly changes the repayment schedule.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574536"/>
            <a:ext cx="8001000" cy="155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5B5B5B"/>
                </a:solidFill>
                <a:latin typeface="Arial"/>
              </a:rPr>
              <a:t>Source: Bernstein &amp; Koudijs (2023), NBER WP 28574; Sections II.C–IV.B.</a:t>
            </a:r>
          </a:p>
        </p:txBody>
      </p:sp>
    </p:spTree>
    <p:extLst>
      <p:ext uri="{BB962C8B-B14F-4D97-AF65-F5344CB8AC3E}">
        <p14:creationId xmlns:p14="http://schemas.microsoft.com/office/powerpoint/2010/main" val="155805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500" b="0" i="0">
                <a:solidFill>
                  <a:srgbClr val="1B1B1B"/>
                </a:solidFill>
                <a:latin typeface="Arial"/>
              </a:rPr>
              <a:t>2. Administrative data reveal every savings margin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50976"/>
            <a:ext cx="1737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042416"/>
            <a:ext cx="15179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A6192E"/>
                </a:solidFill>
                <a:latin typeface="Arial"/>
              </a:rPr>
              <a:t>94,094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" y="1463040"/>
            <a:ext cx="15179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first-time home buyers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7712" y="950976"/>
            <a:ext cx="1737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042416"/>
            <a:ext cx="15179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F638F"/>
                </a:solidFill>
                <a:latin typeface="Arial"/>
              </a:rPr>
              <a:t>2006–17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15179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CBS administrative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23944" y="950976"/>
            <a:ext cx="1737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1042416"/>
            <a:ext cx="15179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E7D78"/>
                </a:solidFill>
                <a:latin typeface="Arial"/>
              </a:rPr>
              <a:t>€183k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463040"/>
            <a:ext cx="15179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median mortgage balance (2014)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950976"/>
            <a:ext cx="173736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042416"/>
            <a:ext cx="15179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B87B18"/>
                </a:solidFill>
                <a:latin typeface="Arial"/>
              </a:rPr>
              <a:t>€8.5k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1463040"/>
            <a:ext cx="151790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median liquid savings (2014)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176272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6192E"/>
                </a:solidFill>
                <a:latin typeface="Arial"/>
              </a:rPr>
              <a:t>WHAT IS MEASURED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487168"/>
            <a:ext cx="3520440" cy="1993392"/>
          </a:xfrm>
          <a:prstGeom prst="roundRect">
            <a:avLst/>
          </a:prstGeom>
          <a:solidFill>
            <a:srgbClr val="F5F5F5"/>
          </a:solidFill>
          <a:ln w="889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88336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A6192E"/>
                </a:solidFill>
                <a:latin typeface="Cambria Math"/>
              </a:rPr>
              <a:t>ΔSᴸ</a:t>
            </a:r>
            <a:r>
              <a:rPr sz="1200" b="0" i="0">
                <a:solidFill>
                  <a:srgbClr val="1B1B1B"/>
                </a:solidFill>
                <a:latin typeface="Arial"/>
              </a:rPr>
              <a:t> = liquid savings + voluntary pensions − non-mortgage debt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73552"/>
            <a:ext cx="3154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A6192E"/>
                </a:solidFill>
                <a:latin typeface="Cambria Math"/>
              </a:rPr>
              <a:t>ΔS</a:t>
            </a:r>
            <a:r>
              <a:rPr sz="1200" b="0" i="0">
                <a:solidFill>
                  <a:srgbClr val="1B1B1B"/>
                </a:solidFill>
                <a:latin typeface="Arial"/>
              </a:rPr>
              <a:t> = total savings / net-worth change (baseline excludes house-price gains)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86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Mortgage repayment is inferred from verified mortgage balances; pre-reform linked savings accounts are imputed and tested in robustness checks.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17627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6192E"/>
                </a:solidFill>
                <a:latin typeface="Arial"/>
              </a:rPr>
              <a:t>DATA 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514600"/>
            <a:ext cx="1417320" cy="365760"/>
          </a:xfrm>
          <a:prstGeom prst="roundRect">
            <a:avLst/>
          </a:prstGeom>
          <a:solidFill>
            <a:srgbClr val="A6192E"/>
          </a:solidFill>
          <a:ln w="635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606040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Tax + banks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2560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1B1B"/>
                </a:solidFill>
                <a:latin typeface="Arial"/>
              </a:rPr>
              <a:t>Balance sheets, income, interest &amp; dividends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035808"/>
            <a:ext cx="1417320" cy="365760"/>
          </a:xfrm>
          <a:prstGeom prst="roundRect">
            <a:avLst/>
          </a:prstGeom>
          <a:solidFill>
            <a:srgbClr val="2F638F"/>
          </a:solidFill>
          <a:ln w="6350">
            <a:solidFill>
              <a:srgbClr val="2F6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3127248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Deeds + municipalities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3081527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1B1B"/>
                </a:solidFill>
                <a:latin typeface="Arial"/>
              </a:rPr>
              <a:t>Purchase dates, appraised house 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3557015"/>
            <a:ext cx="1417320" cy="365760"/>
          </a:xfrm>
          <a:prstGeom prst="roundRect">
            <a:avLst/>
          </a:prstGeom>
          <a:solidFill>
            <a:srgbClr val="2E7D78"/>
          </a:solidFill>
          <a:ln w="6350"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3648456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Social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9008" y="3602735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1B1B"/>
                </a:solidFill>
                <a:latin typeface="Arial"/>
              </a:rPr>
              <a:t>Hours worked and labor income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4078224"/>
            <a:ext cx="1417320" cy="365760"/>
          </a:xfrm>
          <a:prstGeom prst="roundRect">
            <a:avLst/>
          </a:prstGeom>
          <a:solidFill>
            <a:srgbClr val="B87B18"/>
          </a:solidFill>
          <a:ln w="6350">
            <a:solidFill>
              <a:srgbClr val="B87B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4169663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Household spells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8" y="41239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1B1B"/>
                </a:solidFill>
                <a:latin typeface="Arial"/>
              </a:rPr>
              <a:t>Family-size changes → life-events IV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599431"/>
            <a:ext cx="1417320" cy="365760"/>
          </a:xfrm>
          <a:prstGeom prst="roundRect">
            <a:avLst/>
          </a:prstGeom>
          <a:solidFill>
            <a:srgbClr val="8F1225"/>
          </a:solidFill>
          <a:ln w="6350">
            <a:solidFill>
              <a:srgbClr val="8F1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4690871"/>
            <a:ext cx="1188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Credit + car registries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8" y="4645151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1B1B"/>
                </a:solidFill>
                <a:latin typeface="Arial"/>
              </a:rPr>
              <a:t>Non-mortgage debt and consumption proxy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5001768"/>
            <a:ext cx="8092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175504"/>
            <a:ext cx="7726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6192E"/>
                </a:solidFill>
                <a:latin typeface="Arial"/>
              </a:rPr>
              <a:t>Design advantage: </a:t>
            </a:r>
            <a:r>
              <a:rPr sz="1300" b="0" i="0">
                <a:solidFill>
                  <a:srgbClr val="1B1B1B"/>
                </a:solidFill>
                <a:latin typeface="Arial"/>
              </a:rPr>
              <a:t>the same household-level system tracks the stock and flow of liquid wealth, mortgage balances, labor input, and family events around the purchase date.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74536"/>
            <a:ext cx="8001000" cy="155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5B5B5B"/>
                </a:solidFill>
                <a:latin typeface="Arial"/>
              </a:rPr>
              <a:t>Source: Bernstein &amp; Koudijs (2023), NBER WP 28574, Section III and Online Appendix II.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500" b="0" i="0">
                <a:solidFill>
                  <a:srgbClr val="1B1B1B"/>
                </a:solidFill>
                <a:latin typeface="Arial"/>
              </a:rPr>
              <a:t>3. From reform timing to the MWA estimand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41832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6192E"/>
                </a:solidFill>
                <a:latin typeface="Arial"/>
              </a:rPr>
              <a:t>THE ECONOMIC OBJECT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61872"/>
            <a:ext cx="3794760" cy="1874519"/>
          </a:xfrm>
          <a:prstGeom prst="roundRect">
            <a:avLst/>
          </a:prstGeom>
          <a:solidFill>
            <a:srgbClr val="F7E9EB"/>
          </a:solidFill>
          <a:ln w="1143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A6192E"/>
                </a:solidFill>
                <a:latin typeface="Arial"/>
              </a:rPr>
              <a:t>Marginal Wealth-building from Amortization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336499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1B1B"/>
                </a:solidFill>
                <a:latin typeface="Cambria Math"/>
              </a:rPr>
              <a:t>MWA ≡ </a:t>
            </a:r>
            <a:r>
              <a:rPr sz="2100" b="1" i="0">
                <a:solidFill>
                  <a:srgbClr val="A6192E"/>
                </a:solidFill>
                <a:latin typeface="Cambria Math"/>
              </a:rPr>
              <a:t>(ΔS′ − ΔS)</a:t>
            </a:r>
            <a:r>
              <a:rPr sz="2100" b="0" i="0">
                <a:solidFill>
                  <a:srgbClr val="1B1B1B"/>
                </a:solidFill>
                <a:latin typeface="Cambria Math"/>
              </a:rPr>
              <a:t> / </a:t>
            </a:r>
            <a:r>
              <a:rPr sz="2100" b="1" i="0">
                <a:solidFill>
                  <a:srgbClr val="A6192E"/>
                </a:solidFill>
                <a:latin typeface="Cambria Math"/>
              </a:rPr>
              <a:t>(ΔM − ΔM′)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42032"/>
            <a:ext cx="3337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Cambria Math"/>
              </a:rPr>
              <a:t>= 1 + (ΔSᴸ′ − ΔSᴸ) / (ΔM − ΔM′)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07792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M = mortgage balance; repayment is the decline in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94183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6192E"/>
                </a:solidFill>
                <a:latin typeface="Arial"/>
              </a:rPr>
              <a:t>TWO-STAGE LEAST SQUARES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261872"/>
            <a:ext cx="3931920" cy="100584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417320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F638F"/>
                </a:solidFill>
                <a:latin typeface="Arial"/>
              </a:rPr>
              <a:t>First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719072"/>
            <a:ext cx="3511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1B1B"/>
                </a:solidFill>
                <a:latin typeface="Cambria Math"/>
              </a:rPr>
              <a:t>ΔMᵢ = δ Postᵢ + λᵣ + Xᵢ′β + ηᵢ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468880"/>
            <a:ext cx="3931920" cy="1005840"/>
          </a:xfrm>
          <a:prstGeom prst="roundRect">
            <a:avLst/>
          </a:prstGeom>
          <a:solidFill>
            <a:srgbClr val="F5F5F5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2624328"/>
            <a:ext cx="3520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E7D78"/>
                </a:solidFill>
                <a:latin typeface="Arial"/>
              </a:rPr>
              <a:t>Second stage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926080"/>
            <a:ext cx="3511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B1B1B"/>
                </a:solidFill>
                <a:latin typeface="Cambria Math"/>
              </a:rPr>
              <a:t>ΔSᵢ = γ ΔM̂ᵢ + λᵣ + Xᵢ′β + uᵢ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4206240"/>
            <a:ext cx="7360920" cy="0"/>
          </a:xfrm>
          <a:prstGeom prst="line">
            <a:avLst/>
          </a:prstGeom>
          <a:ln w="1651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60120" y="3840480"/>
            <a:ext cx="658368" cy="658368"/>
          </a:xfrm>
          <a:prstGeom prst="ellipse">
            <a:avLst/>
          </a:prstGeom>
          <a:solidFill>
            <a:srgbClr val="A6192E"/>
          </a:solidFill>
          <a:ln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400507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Reform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A6192E"/>
                </a:solidFill>
                <a:latin typeface="Cambria Math"/>
              </a:rPr>
              <a:t>Postᵢ</a:t>
            </a:r>
          </a:p>
        </p:txBody>
      </p:sp>
      <p:sp>
        <p:nvSpPr>
          <p:cNvPr id="20" name="Oval 19"/>
          <p:cNvSpPr/>
          <p:nvPr/>
        </p:nvSpPr>
        <p:spPr>
          <a:xfrm>
            <a:off x="3749039" y="3840480"/>
            <a:ext cx="658368" cy="658368"/>
          </a:xfrm>
          <a:prstGeom prst="ellipse">
            <a:avLst/>
          </a:prstGeom>
          <a:solidFill>
            <a:srgbClr val="2F638F"/>
          </a:solidFill>
          <a:ln>
            <a:solidFill>
              <a:srgbClr val="2F6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67327" y="400507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Mortgage repayment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59" y="457200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F638F"/>
                </a:solidFill>
                <a:latin typeface="Cambria Math"/>
              </a:rPr>
              <a:t>ΔM̂ᵢ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840480"/>
            <a:ext cx="658368" cy="658368"/>
          </a:xfrm>
          <a:prstGeom prst="ellipse">
            <a:avLst/>
          </a:prstGeom>
          <a:solidFill>
            <a:srgbClr val="2E7D78"/>
          </a:solidFill>
          <a:ln>
            <a:solidFill>
              <a:srgbClr val="2E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400507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Total wealth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57200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E7D78"/>
                </a:solidFill>
                <a:latin typeface="Cambria Math"/>
              </a:rPr>
              <a:t>ΔSᵢ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16636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5B5B5B"/>
                </a:solidFill>
                <a:latin typeface="Arial"/>
              </a:rPr>
              <a:t>Location fixed effects λᵣ and pre-purchase controls Xᵢ absorb observable differences; the closing date supplies the instrument for repayment.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74536"/>
            <a:ext cx="8001000" cy="155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5B5B5B"/>
                </a:solidFill>
                <a:latin typeface="Arial"/>
              </a:rPr>
              <a:t>Source: Bernstein &amp; Koudijs (2023), equations (11), (14) and (15).</a:t>
            </a:r>
          </a:p>
        </p:txBody>
      </p:sp>
    </p:spTree>
    <p:extLst>
      <p:ext uri="{BB962C8B-B14F-4D97-AF65-F5344CB8AC3E}">
        <p14:creationId xmlns:p14="http://schemas.microsoft.com/office/powerpoint/2010/main" val="2027718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500" b="0" i="0">
                <a:solidFill>
                  <a:srgbClr val="1B1B1B"/>
                </a:solidFill>
                <a:latin typeface="Arial"/>
              </a:rPr>
              <a:t>4. Why the comparison is credible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143000"/>
          <a:ext cx="4663440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4297680"/>
            <a:ext cx="4343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5B5B5B"/>
                </a:solidFill>
                <a:latin typeface="Arial"/>
              </a:rPr>
              <a:t>Normalized sketch of the dynamic DiD pattern in Figure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969264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B5B5B"/>
                </a:solidFill>
                <a:latin typeface="Arial"/>
              </a:rPr>
              <a:t>Difference between post- and pre-reform buyers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1325880"/>
            <a:ext cx="0" cy="2651759"/>
          </a:xfrm>
          <a:prstGeom prst="line">
            <a:avLst/>
          </a:prstGeom>
          <a:ln w="15240">
            <a:solidFill>
              <a:srgbClr val="A619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10128" y="116128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A6192E"/>
                </a:solidFill>
                <a:latin typeface="Arial"/>
              </a:rPr>
              <a:t>2013 reform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1808" y="1005840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6192E"/>
                </a:solidFill>
                <a:latin typeface="Arial"/>
              </a:rPr>
              <a:t>IDENTIFICATION CHECKS</a:t>
            </a:r>
          </a:p>
        </p:txBody>
      </p:sp>
      <p:sp>
        <p:nvSpPr>
          <p:cNvPr id="9" name="Oval 8"/>
          <p:cNvSpPr/>
          <p:nvPr/>
        </p:nvSpPr>
        <p:spPr>
          <a:xfrm>
            <a:off x="5358384" y="1417320"/>
            <a:ext cx="274320" cy="274320"/>
          </a:xfrm>
          <a:prstGeom prst="ellipse">
            <a:avLst/>
          </a:prstGeom>
          <a:solidFill>
            <a:srgbClr val="A6192E"/>
          </a:solidFill>
          <a:ln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4104" y="1472184"/>
            <a:ext cx="1828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1389888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B1B1B"/>
                </a:solidFill>
                <a:latin typeface="Arial"/>
              </a:rPr>
              <a:t>No bunching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2" y="1636776"/>
            <a:ext cx="2542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No spike just before or dip after the reform.</a:t>
            </a:r>
          </a:p>
        </p:txBody>
      </p:sp>
      <p:sp>
        <p:nvSpPr>
          <p:cNvPr id="13" name="Oval 12"/>
          <p:cNvSpPr/>
          <p:nvPr/>
        </p:nvSpPr>
        <p:spPr>
          <a:xfrm>
            <a:off x="5358384" y="2386584"/>
            <a:ext cx="274320" cy="274320"/>
          </a:xfrm>
          <a:prstGeom prst="ellipse">
            <a:avLst/>
          </a:prstGeom>
          <a:solidFill>
            <a:srgbClr val="A6192E"/>
          </a:solidFill>
          <a:ln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4104" y="2441448"/>
            <a:ext cx="1828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2359152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B1B1B"/>
                </a:solidFill>
                <a:latin typeface="Arial"/>
              </a:rPr>
              <a:t>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606040"/>
            <a:ext cx="2542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House prices, pre-reform savings, LTV and rates are similar.</a:t>
            </a:r>
          </a:p>
        </p:txBody>
      </p:sp>
      <p:sp>
        <p:nvSpPr>
          <p:cNvPr id="17" name="Oval 16"/>
          <p:cNvSpPr/>
          <p:nvPr/>
        </p:nvSpPr>
        <p:spPr>
          <a:xfrm>
            <a:off x="5358384" y="3355848"/>
            <a:ext cx="274320" cy="274320"/>
          </a:xfrm>
          <a:prstGeom prst="ellipse">
            <a:avLst/>
          </a:prstGeom>
          <a:solidFill>
            <a:srgbClr val="A6192E"/>
          </a:solidFill>
          <a:ln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3410712"/>
            <a:ext cx="1828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32841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B1B1B"/>
                </a:solidFill>
                <a:latin typeface="Arial"/>
              </a:rPr>
              <a:t>Pre-trends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3575304"/>
            <a:ext cx="2542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Dynamic DiD is flat before 2013; divergence begins after.</a:t>
            </a:r>
          </a:p>
        </p:txBody>
      </p:sp>
      <p:sp>
        <p:nvSpPr>
          <p:cNvPr id="21" name="Oval 20"/>
          <p:cNvSpPr/>
          <p:nvPr/>
        </p:nvSpPr>
        <p:spPr>
          <a:xfrm>
            <a:off x="5358384" y="4325112"/>
            <a:ext cx="274320" cy="274320"/>
          </a:xfrm>
          <a:prstGeom prst="ellipse">
            <a:avLst/>
          </a:prstGeom>
          <a:solidFill>
            <a:srgbClr val="A6192E"/>
          </a:solidFill>
          <a:ln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4104" y="4379976"/>
            <a:ext cx="1828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4297680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B1B1B"/>
                </a:solidFill>
                <a:latin typeface="Arial"/>
              </a:rPr>
              <a:t>Life-event 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2432" y="4544568"/>
            <a:ext cx="25420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5B5B"/>
                </a:solidFill>
                <a:latin typeface="Arial"/>
              </a:rPr>
              <a:t>Birth, death, divorce or child leaving predicts timing but is hard to time strategically.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74536"/>
            <a:ext cx="8001000" cy="155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5B5B5B"/>
                </a:solidFill>
                <a:latin typeface="Arial"/>
              </a:rPr>
              <a:t>Source: Bernstein &amp; Koudijs (2023), Sections IV.B and Online Appendix IV; chart is a normalized visual summary.</a:t>
            </a:r>
          </a:p>
        </p:txBody>
      </p:sp>
    </p:spTree>
    <p:extLst>
      <p:ext uri="{BB962C8B-B14F-4D97-AF65-F5344CB8AC3E}">
        <p14:creationId xmlns:p14="http://schemas.microsoft.com/office/powerpoint/2010/main" val="92059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500" b="0" i="0">
                <a:solidFill>
                  <a:srgbClr val="1B1B1B"/>
                </a:solidFill>
                <a:latin typeface="Arial"/>
              </a:rPr>
              <a:t>5. Identification takeaway &amp; limits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87552"/>
            <a:ext cx="3886200" cy="4526280"/>
          </a:xfrm>
          <a:prstGeom prst="roundRect">
            <a:avLst/>
          </a:prstGeom>
          <a:solidFill>
            <a:srgbClr val="F7E9EB"/>
          </a:solidFill>
          <a:ln w="11430"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A6192E"/>
                </a:solidFill>
                <a:latin typeface="Arial"/>
              </a:rPr>
              <a:t>WHAT THE DESIGN IDENTIFIES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719072"/>
            <a:ext cx="411480" cy="411480"/>
          </a:xfrm>
          <a:prstGeom prst="ellipse">
            <a:avLst/>
          </a:prstGeom>
          <a:solidFill>
            <a:srgbClr val="A6192E"/>
          </a:solidFill>
          <a:ln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37943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700784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B1B1B"/>
                </a:solidFill>
                <a:latin typeface="Arial"/>
              </a:rPr>
              <a:t>A local causal effect for first-time buyers close to the 2013 reform.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98063"/>
            <a:ext cx="411480" cy="411480"/>
          </a:xfrm>
          <a:prstGeom prst="ellipse">
            <a:avLst/>
          </a:prstGeom>
          <a:solidFill>
            <a:srgbClr val="A6192E"/>
          </a:solidFill>
          <a:ln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916935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79775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B1B1B"/>
                </a:solidFill>
                <a:latin typeface="Arial"/>
              </a:rPr>
              <a:t>The response to forced mortgage amortization, conditional on buying a home.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77056"/>
            <a:ext cx="411480" cy="411480"/>
          </a:xfrm>
          <a:prstGeom prst="ellipse">
            <a:avLst/>
          </a:prstGeom>
          <a:solidFill>
            <a:srgbClr val="A6192E"/>
          </a:solidFill>
          <a:ln>
            <a:solidFill>
              <a:srgbClr val="A61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995928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858768"/>
            <a:ext cx="27432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1B1B1B"/>
                </a:solidFill>
                <a:latin typeface="Arial"/>
              </a:rPr>
              <a:t>A wealth effect that can be decomposed into liquid saving, labor, interest and consumption margins.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1032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A6192E"/>
                </a:solidFill>
                <a:latin typeface="Arial"/>
              </a:rPr>
              <a:t>Member 3 can now present the magnitude and financing of the wealth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987552"/>
            <a:ext cx="3886200" cy="4526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225296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A6192E"/>
                </a:solidFill>
                <a:latin typeface="Arial"/>
              </a:rPr>
              <a:t>LIMITS TO DISCUSS IN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719072"/>
            <a:ext cx="3383280" cy="2514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buChar char="•"/>
              <a:lnSpc>
                <a:spcPct val="108000"/>
              </a:lnSpc>
              <a:spcAft>
                <a:spcPts val="400"/>
              </a:spcAft>
              <a:defRPr sz="1300">
                <a:solidFill>
                  <a:srgbClr val="1B1B1B"/>
                </a:solidFill>
                <a:latin typeface="Arial"/>
              </a:defRPr>
            </a:pPr>
            <a:r>
              <a:t>External validity: Dutch mortgage institutions and first-time buyers.</a:t>
            </a:r>
          </a:p>
          <a:p>
            <a:pPr>
              <a:buChar char="•"/>
              <a:lnSpc>
                <a:spcPct val="108000"/>
              </a:lnSpc>
              <a:spcAft>
                <a:spcPts val="400"/>
              </a:spcAft>
              <a:defRPr sz="1300">
                <a:solidFill>
                  <a:srgbClr val="1B1B1B"/>
                </a:solidFill>
                <a:latin typeface="Arial"/>
              </a:defRPr>
            </a:pPr>
            <a:r>
              <a:t>Baseline wealth excludes house-price appreciation, employer pensions and future labor income; extensions add selected components.</a:t>
            </a:r>
          </a:p>
          <a:p>
            <a:pPr>
              <a:buChar char="•"/>
              <a:lnSpc>
                <a:spcPct val="108000"/>
              </a:lnSpc>
              <a:spcAft>
                <a:spcPts val="400"/>
              </a:spcAft>
              <a:defRPr sz="1300">
                <a:solidFill>
                  <a:srgbClr val="1B1B1B"/>
                </a:solidFill>
                <a:latin typeface="Arial"/>
              </a:defRPr>
            </a:pPr>
            <a:r>
              <a:t>Life-event IV improves timing credibility but reduces sample size and statistical power.</a:t>
            </a:r>
          </a:p>
          <a:p>
            <a:pPr>
              <a:buChar char="•"/>
              <a:lnSpc>
                <a:spcPct val="108000"/>
              </a:lnSpc>
              <a:spcAft>
                <a:spcPts val="400"/>
              </a:spcAft>
              <a:defRPr sz="1300">
                <a:solidFill>
                  <a:srgbClr val="1B1B1B"/>
                </a:solidFill>
                <a:latin typeface="Arial"/>
              </a:defRPr>
            </a:pPr>
            <a:r>
              <a:t>The design identifies a partial-equilibrium household response, not the general-equilibrium effect of a nationwide rule.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4370832"/>
            <a:ext cx="3429000" cy="841248"/>
          </a:xfrm>
          <a:prstGeom prst="roundRect">
            <a:avLst/>
          </a:prstGeom>
          <a:solidFill>
            <a:srgbClr val="F5F5F5"/>
          </a:solidFill>
          <a:ln w="889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4553712"/>
            <a:ext cx="3108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B1B"/>
                </a:solidFill>
                <a:latin typeface="Arial"/>
              </a:rPr>
              <a:t>Core message: the reform shifts repayment timing, while the rich administrative panel tracks the full saving response.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74536"/>
            <a:ext cx="8001000" cy="15544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5B5B5B"/>
                </a:solidFill>
                <a:latin typeface="Arial"/>
              </a:rPr>
              <a:t>Source: Bernstein &amp; Koudijs (2023), Sections II.C–IV.B and Online Appendix.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– table with full column of bullets and dashes</a:t>
            </a:r>
          </a:p>
        </p:txBody>
      </p:sp>
      <p:graphicFrame>
        <p:nvGraphicFramePr>
          <p:cNvPr id="3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7220300"/>
              </p:ext>
            </p:extLst>
          </p:nvPr>
        </p:nvGraphicFramePr>
        <p:xfrm>
          <a:off x="396875" y="1377950"/>
          <a:ext cx="9055100" cy="4470400"/>
        </p:xfrm>
        <a:graphic>
          <a:graphicData uri="http://schemas.openxmlformats.org/drawingml/2006/table">
            <a:tbl>
              <a:tblPr/>
              <a:tblGrid>
                <a:gridCol w="2265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5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2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2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Subhead</a:t>
                      </a: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Subhead</a:t>
                      </a: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Subhead</a:t>
                      </a: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Subhead</a:t>
                      </a:r>
                    </a:p>
                  </a:txBody>
                  <a:tcPr marL="36000" marR="36000" marT="36000" marB="3600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551"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Text line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Text line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Text line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Text line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551"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Text line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Text line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j-ea"/>
                        <a:cs typeface="+mj-cs"/>
                      </a:endParaRP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Text line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Text line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 – chevron table</a:t>
            </a:r>
          </a:p>
        </p:txBody>
      </p:sp>
      <p:graphicFrame>
        <p:nvGraphicFramePr>
          <p:cNvPr id="3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0673773"/>
              </p:ext>
            </p:extLst>
          </p:nvPr>
        </p:nvGraphicFramePr>
        <p:xfrm>
          <a:off x="396873" y="2023231"/>
          <a:ext cx="9055104" cy="4287081"/>
        </p:xfrm>
        <a:graphic>
          <a:graphicData uri="http://schemas.openxmlformats.org/drawingml/2006/table">
            <a:tbl>
              <a:tblPr/>
              <a:tblGrid>
                <a:gridCol w="226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3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3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5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Subhead</a:t>
                      </a:r>
                    </a:p>
                  </a:txBody>
                  <a:tcPr marL="36000" marR="36000" marT="36000" marB="3600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Subhead</a:t>
                      </a:r>
                    </a:p>
                  </a:txBody>
                  <a:tcPr marL="36000" marR="36000" marT="36000" marB="3600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Subhead</a:t>
                      </a:r>
                    </a:p>
                  </a:txBody>
                  <a:tcPr marL="36000" marR="36000" marT="36000" marB="3600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Palatino Linotype" panose="02040502050505030304" pitchFamily="18" charset="0"/>
                        </a:rPr>
                        <a:t>Subhead</a:t>
                      </a:r>
                    </a:p>
                  </a:txBody>
                  <a:tcPr marL="36000" marR="36000" marT="36000" marB="36000" anchor="ctr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8510"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8510"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8510"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j-ea"/>
                        <a:cs typeface="+mj-cs"/>
                      </a:endParaRPr>
                    </a:p>
                  </a:txBody>
                  <a:tcPr marL="36000" marR="36000" marT="36000" marB="36000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alatino Linotype" panose="02040502050505030304" pitchFamily="18" charset="0"/>
                        <a:ea typeface="+mj-ea"/>
                        <a:cs typeface="+mj-cs"/>
                      </a:endParaRP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Heading</a:t>
                      </a:r>
                    </a:p>
                    <a:p>
                      <a:pPr marL="180000" marR="0" lvl="1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Bullet</a:t>
                      </a:r>
                    </a:p>
                    <a:p>
                      <a:pPr marL="360000" marR="0" lvl="2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‒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Dash</a:t>
                      </a:r>
                    </a:p>
                    <a:p>
                      <a:pPr marL="540000" marR="0" lvl="3" indent="-180000" algn="l" defTabSz="957263" rtl="0" eaLnBrk="1" fontAlgn="base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j-ea"/>
                          <a:cs typeface="+mj-cs"/>
                        </a:rPr>
                        <a:t>Sub bullet</a:t>
                      </a:r>
                    </a:p>
                  </a:txBody>
                  <a:tcPr marL="36000" marR="36000" marT="36000" marB="36000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382587" y="1377950"/>
            <a:ext cx="9069388" cy="584200"/>
            <a:chOff x="382587" y="1377950"/>
            <a:chExt cx="8353600" cy="584200"/>
          </a:xfrm>
        </p:grpSpPr>
        <p:sp>
          <p:nvSpPr>
            <p:cNvPr id="4" name="AutoShape 32"/>
            <p:cNvSpPr>
              <a:spLocks noChangeArrowheads="1"/>
            </p:cNvSpPr>
            <p:nvPr/>
          </p:nvSpPr>
          <p:spPr bwMode="gray">
            <a:xfrm>
              <a:off x="382587" y="1377950"/>
              <a:ext cx="2206800" cy="584200"/>
            </a:xfrm>
            <a:prstGeom prst="chevron">
              <a:avLst>
                <a:gd name="adj" fmla="val 34952"/>
              </a:avLst>
            </a:prstGeom>
            <a:solidFill>
              <a:schemeClr val="bg2"/>
            </a:solidFill>
            <a:ln w="12700" cap="rnd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36000" tIns="36000" rIns="36000" bIns="36000" anchor="ctr" anchorCtr="1"/>
            <a:lstStyle/>
            <a:p>
              <a:pPr>
                <a:lnSpc>
                  <a:spcPct val="106000"/>
                </a:lnSpc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Text, Palatino Linotype, 14-pt bold</a:t>
              </a:r>
            </a:p>
          </p:txBody>
        </p:sp>
        <p:sp>
          <p:nvSpPr>
            <p:cNvPr id="5" name="AutoShape 33"/>
            <p:cNvSpPr>
              <a:spLocks noChangeArrowheads="1"/>
            </p:cNvSpPr>
            <p:nvPr/>
          </p:nvSpPr>
          <p:spPr bwMode="gray">
            <a:xfrm>
              <a:off x="2431520" y="1377950"/>
              <a:ext cx="2206800" cy="584200"/>
            </a:xfrm>
            <a:prstGeom prst="chevron">
              <a:avLst>
                <a:gd name="adj" fmla="val 34975"/>
              </a:avLst>
            </a:prstGeom>
            <a:solidFill>
              <a:schemeClr val="bg2"/>
            </a:solidFill>
            <a:ln w="12700" cap="rnd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36000" tIns="36000" rIns="36000" bIns="36000" anchor="ctr" anchorCtr="1"/>
            <a:lstStyle/>
            <a:p>
              <a:pPr>
                <a:lnSpc>
                  <a:spcPct val="106000"/>
                </a:lnSpc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6" name="AutoShape 34"/>
            <p:cNvSpPr>
              <a:spLocks noChangeArrowheads="1"/>
            </p:cNvSpPr>
            <p:nvPr/>
          </p:nvSpPr>
          <p:spPr bwMode="gray">
            <a:xfrm>
              <a:off x="4480453" y="1377950"/>
              <a:ext cx="2206800" cy="584200"/>
            </a:xfrm>
            <a:prstGeom prst="chevron">
              <a:avLst>
                <a:gd name="adj" fmla="val 34975"/>
              </a:avLst>
            </a:prstGeom>
            <a:solidFill>
              <a:schemeClr val="bg2"/>
            </a:solidFill>
            <a:ln w="12700" cap="rnd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36000" tIns="36000" rIns="36000" bIns="36000" anchor="ctr" anchorCtr="1"/>
            <a:lstStyle/>
            <a:p>
              <a:pPr>
                <a:lnSpc>
                  <a:spcPct val="106000"/>
                </a:lnSpc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7" name="AutoShape 35"/>
            <p:cNvSpPr>
              <a:spLocks noChangeArrowheads="1"/>
            </p:cNvSpPr>
            <p:nvPr/>
          </p:nvSpPr>
          <p:spPr bwMode="gray">
            <a:xfrm>
              <a:off x="6529387" y="1377950"/>
              <a:ext cx="2206800" cy="584200"/>
            </a:xfrm>
            <a:prstGeom prst="chevron">
              <a:avLst>
                <a:gd name="adj" fmla="val 34975"/>
              </a:avLst>
            </a:prstGeom>
            <a:solidFill>
              <a:schemeClr val="bg2"/>
            </a:solidFill>
            <a:ln w="12700" cap="rnd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36000" tIns="36000" rIns="36000" bIns="36000" anchor="ctr" anchorCtr="1"/>
            <a:lstStyle/>
            <a:p>
              <a:pPr>
                <a:lnSpc>
                  <a:spcPct val="106000"/>
                </a:lnSpc>
                <a:defRPr/>
              </a:pPr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</p:grpSp>
      <p:sp>
        <p:nvSpPr>
          <p:cNvPr id="8" name="Text Placeholder 12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96875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two text boxes with paragraph, bullet, and dash points</a:t>
            </a:r>
          </a:p>
        </p:txBody>
      </p:sp>
      <p:sp>
        <p:nvSpPr>
          <p:cNvPr id="5" name="Text Box 1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48561" y="1376361"/>
            <a:ext cx="4358389" cy="24967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 type="none" w="sm" len="med"/>
          </a:ln>
        </p:spPr>
        <p:txBody>
          <a:bodyPr lIns="36000" tIns="36000" rIns="36000" bIns="36000" anchor="ctr" anchorCtr="1"/>
          <a:lstStyle/>
          <a:p>
            <a:pPr algn="ctr" defTabSz="957263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448560" y="1626041"/>
            <a:ext cx="4358389" cy="468268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8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095877" y="1376361"/>
            <a:ext cx="4356100" cy="24967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 type="none" w="sm" len="med"/>
          </a:ln>
        </p:spPr>
        <p:txBody>
          <a:bodyPr lIns="36000" tIns="36000" rIns="36000" bIns="36000" anchor="ctr" anchorCtr="1"/>
          <a:lstStyle/>
          <a:p>
            <a:pPr algn="ctr" defTabSz="957263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5095876" y="1626041"/>
            <a:ext cx="4356100" cy="468268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three to a slide, with paragraph, bullet, and dash points</a:t>
            </a:r>
          </a:p>
        </p:txBody>
      </p:sp>
      <p:sp>
        <p:nvSpPr>
          <p:cNvPr id="3" name="Text Placeholder 12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96875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5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0850" y="1376361"/>
            <a:ext cx="2880000" cy="24967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 type="none" w="sm" len="med"/>
          </a:ln>
        </p:spPr>
        <p:txBody>
          <a:bodyPr lIns="36000" tIns="36000" rIns="36000" bIns="36000" anchor="ctr" anchorCtr="1"/>
          <a:lstStyle/>
          <a:p>
            <a:pPr algn="ctr" defTabSz="957263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450849" y="1626041"/>
            <a:ext cx="2880000" cy="468268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8" name="Text 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11778" y="1376361"/>
            <a:ext cx="2880000" cy="24967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 type="none" w="sm" len="med"/>
          </a:ln>
        </p:spPr>
        <p:txBody>
          <a:bodyPr lIns="36000" tIns="36000" rIns="36000" bIns="36000" anchor="ctr" anchorCtr="1"/>
          <a:lstStyle/>
          <a:p>
            <a:pPr algn="ctr" defTabSz="957263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3511777" y="1626041"/>
            <a:ext cx="2880000" cy="468268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1" name="Text Box 1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572706" y="1376361"/>
            <a:ext cx="2880000" cy="24967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 type="none" w="sm" len="med"/>
          </a:ln>
        </p:spPr>
        <p:txBody>
          <a:bodyPr lIns="36000" tIns="36000" rIns="36000" bIns="36000" anchor="ctr" anchorCtr="1"/>
          <a:lstStyle/>
          <a:p>
            <a:pPr algn="ctr" defTabSz="957263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12" name="Text Placeholder 5"/>
          <p:cNvSpPr txBox="1">
            <a:spLocks/>
          </p:cNvSpPr>
          <p:nvPr/>
        </p:nvSpPr>
        <p:spPr>
          <a:xfrm>
            <a:off x="6572705" y="1626041"/>
            <a:ext cx="2880000" cy="4682684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Four to a slide, with paragraph, bullet, and dash points</a:t>
            </a:r>
          </a:p>
        </p:txBody>
      </p:sp>
      <p:sp>
        <p:nvSpPr>
          <p:cNvPr id="3" name="Text Placeholder 12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96875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50849" y="1376361"/>
            <a:ext cx="2196001" cy="4932364"/>
            <a:chOff x="450849" y="1376361"/>
            <a:chExt cx="2196001" cy="4932364"/>
          </a:xfrm>
        </p:grpSpPr>
        <p:sp>
          <p:nvSpPr>
            <p:cNvPr id="4" name="Text Box 1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50850" y="1376361"/>
              <a:ext cx="2196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5" name="Text Placeholder 5"/>
            <p:cNvSpPr txBox="1">
              <a:spLocks/>
            </p:cNvSpPr>
            <p:nvPr/>
          </p:nvSpPr>
          <p:spPr>
            <a:xfrm>
              <a:off x="450849" y="1626041"/>
              <a:ext cx="2196000" cy="4682684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719224" y="1376361"/>
            <a:ext cx="2196001" cy="4932364"/>
            <a:chOff x="450849" y="1376361"/>
            <a:chExt cx="2196001" cy="4932364"/>
          </a:xfrm>
        </p:grpSpPr>
        <p:sp>
          <p:nvSpPr>
            <p:cNvPr id="12" name="Text Box 1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50850" y="1376361"/>
              <a:ext cx="2196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13" name="Text Placeholder 5"/>
            <p:cNvSpPr txBox="1">
              <a:spLocks/>
            </p:cNvSpPr>
            <p:nvPr/>
          </p:nvSpPr>
          <p:spPr>
            <a:xfrm>
              <a:off x="450849" y="1626041"/>
              <a:ext cx="2196000" cy="4682684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987599" y="1376361"/>
            <a:ext cx="2196001" cy="4932364"/>
            <a:chOff x="450849" y="1376361"/>
            <a:chExt cx="2196001" cy="4932364"/>
          </a:xfrm>
        </p:grpSpPr>
        <p:sp>
          <p:nvSpPr>
            <p:cNvPr id="15" name="Text Box 1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50850" y="1376361"/>
              <a:ext cx="2196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16" name="Text Placeholder 5"/>
            <p:cNvSpPr txBox="1">
              <a:spLocks/>
            </p:cNvSpPr>
            <p:nvPr/>
          </p:nvSpPr>
          <p:spPr>
            <a:xfrm>
              <a:off x="450849" y="1626041"/>
              <a:ext cx="2196000" cy="4682684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255974" y="1376361"/>
            <a:ext cx="2196001" cy="4932364"/>
            <a:chOff x="450849" y="1376361"/>
            <a:chExt cx="2196001" cy="4932364"/>
          </a:xfrm>
        </p:grpSpPr>
        <p:sp>
          <p:nvSpPr>
            <p:cNvPr id="18" name="Text Box 1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50850" y="1376361"/>
              <a:ext cx="2196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19" name="Text Placeholder 5"/>
            <p:cNvSpPr txBox="1">
              <a:spLocks/>
            </p:cNvSpPr>
            <p:nvPr/>
          </p:nvSpPr>
          <p:spPr>
            <a:xfrm>
              <a:off x="450849" y="1626041"/>
              <a:ext cx="2196000" cy="4682684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two-by-two</a:t>
            </a:r>
          </a:p>
        </p:txBody>
      </p:sp>
      <p:sp>
        <p:nvSpPr>
          <p:cNvPr id="3" name="Text Placeholder 12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96875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4" name="Text Box 1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0849" y="1376361"/>
            <a:ext cx="4356101" cy="24967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 type="none" w="sm" len="med"/>
          </a:ln>
        </p:spPr>
        <p:txBody>
          <a:bodyPr lIns="36000" tIns="36000" rIns="36000" bIns="36000" anchor="ctr" anchorCtr="1"/>
          <a:lstStyle/>
          <a:p>
            <a:pPr algn="ctr" defTabSz="957263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450848" y="1626041"/>
            <a:ext cx="4356101" cy="209178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0" name="Text Box 1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095875" y="1376361"/>
            <a:ext cx="4356101" cy="24967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 type="none" w="sm" len="med"/>
          </a:ln>
        </p:spPr>
        <p:txBody>
          <a:bodyPr lIns="36000" tIns="36000" rIns="36000" bIns="36000" anchor="ctr" anchorCtr="1"/>
          <a:lstStyle/>
          <a:p>
            <a:pPr algn="ctr" defTabSz="957263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5095874" y="1626041"/>
            <a:ext cx="4356101" cy="209178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5" name="Text Box 1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0849" y="3968649"/>
            <a:ext cx="4356101" cy="24967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 type="none" w="sm" len="med"/>
          </a:ln>
        </p:spPr>
        <p:txBody>
          <a:bodyPr lIns="36000" tIns="36000" rIns="36000" bIns="36000" anchor="ctr" anchorCtr="1"/>
          <a:lstStyle/>
          <a:p>
            <a:pPr algn="ctr" defTabSz="957263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16" name="Text Placeholder 5"/>
          <p:cNvSpPr txBox="1">
            <a:spLocks/>
          </p:cNvSpPr>
          <p:nvPr/>
        </p:nvSpPr>
        <p:spPr>
          <a:xfrm>
            <a:off x="450848" y="4218329"/>
            <a:ext cx="4356101" cy="209178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7" name="Text Box 1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95875" y="3968649"/>
            <a:ext cx="4356101" cy="24967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 type="none" w="sm" len="med"/>
          </a:ln>
        </p:spPr>
        <p:txBody>
          <a:bodyPr lIns="36000" tIns="36000" rIns="36000" bIns="36000" anchor="ctr" anchorCtr="1"/>
          <a:lstStyle/>
          <a:p>
            <a:pPr algn="ctr" defTabSz="957263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18" name="Text Placeholder 5"/>
          <p:cNvSpPr txBox="1">
            <a:spLocks/>
          </p:cNvSpPr>
          <p:nvPr/>
        </p:nvSpPr>
        <p:spPr>
          <a:xfrm>
            <a:off x="5095874" y="4218329"/>
            <a:ext cx="4356101" cy="2091785"/>
          </a:xfrm>
          <a:prstGeom prst="rect">
            <a:avLst/>
          </a:prstGeom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three-by-two</a:t>
            </a:r>
          </a:p>
        </p:txBody>
      </p:sp>
      <p:sp>
        <p:nvSpPr>
          <p:cNvPr id="3" name="Text Placeholder 12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96875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50848" y="1376361"/>
            <a:ext cx="2880001" cy="2341465"/>
            <a:chOff x="450848" y="1376361"/>
            <a:chExt cx="2880001" cy="2341465"/>
          </a:xfrm>
        </p:grpSpPr>
        <p:sp>
          <p:nvSpPr>
            <p:cNvPr id="4" name="Text Box 1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0849" y="1376361"/>
              <a:ext cx="2880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5" name="Text Placeholder 5"/>
            <p:cNvSpPr txBox="1">
              <a:spLocks/>
            </p:cNvSpPr>
            <p:nvPr/>
          </p:nvSpPr>
          <p:spPr>
            <a:xfrm>
              <a:off x="450848" y="1626041"/>
              <a:ext cx="2880000" cy="2091785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505196" y="1376361"/>
            <a:ext cx="2880001" cy="2341465"/>
            <a:chOff x="450848" y="1376361"/>
            <a:chExt cx="2880001" cy="2341465"/>
          </a:xfrm>
        </p:grpSpPr>
        <p:sp>
          <p:nvSpPr>
            <p:cNvPr id="10" name="Text Box 1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50849" y="1376361"/>
              <a:ext cx="2880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11" name="Text Placeholder 5"/>
            <p:cNvSpPr txBox="1">
              <a:spLocks/>
            </p:cNvSpPr>
            <p:nvPr/>
          </p:nvSpPr>
          <p:spPr>
            <a:xfrm>
              <a:off x="450848" y="1626041"/>
              <a:ext cx="2880000" cy="2091785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559544" y="1376361"/>
            <a:ext cx="2880001" cy="2341465"/>
            <a:chOff x="450848" y="1376361"/>
            <a:chExt cx="2880001" cy="2341465"/>
          </a:xfrm>
        </p:grpSpPr>
        <p:sp>
          <p:nvSpPr>
            <p:cNvPr id="13" name="Text Box 1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50849" y="1376361"/>
              <a:ext cx="2880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14" name="Text Placeholder 5"/>
            <p:cNvSpPr txBox="1">
              <a:spLocks/>
            </p:cNvSpPr>
            <p:nvPr/>
          </p:nvSpPr>
          <p:spPr>
            <a:xfrm>
              <a:off x="450848" y="1626041"/>
              <a:ext cx="2880000" cy="2091785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50848" y="3968848"/>
            <a:ext cx="2880001" cy="2341465"/>
            <a:chOff x="450848" y="1376361"/>
            <a:chExt cx="2880001" cy="2341465"/>
          </a:xfrm>
        </p:grpSpPr>
        <p:sp>
          <p:nvSpPr>
            <p:cNvPr id="16" name="Text Box 1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50849" y="1376361"/>
              <a:ext cx="2880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17" name="Text Placeholder 5"/>
            <p:cNvSpPr txBox="1">
              <a:spLocks/>
            </p:cNvSpPr>
            <p:nvPr/>
          </p:nvSpPr>
          <p:spPr>
            <a:xfrm>
              <a:off x="450848" y="1626041"/>
              <a:ext cx="2880000" cy="2091785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505196" y="3968848"/>
            <a:ext cx="2880001" cy="2341465"/>
            <a:chOff x="450848" y="1376361"/>
            <a:chExt cx="2880001" cy="2341465"/>
          </a:xfrm>
        </p:grpSpPr>
        <p:sp>
          <p:nvSpPr>
            <p:cNvPr id="19" name="Text Box 10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50849" y="1376361"/>
              <a:ext cx="2880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20" name="Text Placeholder 5"/>
            <p:cNvSpPr txBox="1">
              <a:spLocks/>
            </p:cNvSpPr>
            <p:nvPr/>
          </p:nvSpPr>
          <p:spPr>
            <a:xfrm>
              <a:off x="450848" y="1626041"/>
              <a:ext cx="2880000" cy="2091785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559544" y="3968848"/>
            <a:ext cx="2880001" cy="2341465"/>
            <a:chOff x="450848" y="1376361"/>
            <a:chExt cx="2880001" cy="2341465"/>
          </a:xfrm>
        </p:grpSpPr>
        <p:sp>
          <p:nvSpPr>
            <p:cNvPr id="22" name="Text Box 1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50849" y="1376361"/>
              <a:ext cx="2880000" cy="249678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algn="ctr" defTabSz="957263"/>
              <a:r>
                <a:rPr lang="en-US" sz="1400" b="1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Text</a:t>
              </a:r>
            </a:p>
          </p:txBody>
        </p:sp>
        <p:sp>
          <p:nvSpPr>
            <p:cNvPr id="23" name="Text Placeholder 5"/>
            <p:cNvSpPr txBox="1">
              <a:spLocks/>
            </p:cNvSpPr>
            <p:nvPr/>
          </p:nvSpPr>
          <p:spPr>
            <a:xfrm>
              <a:off x="450848" y="1626041"/>
              <a:ext cx="2880000" cy="2091785"/>
            </a:xfrm>
            <a:prstGeom prst="rect">
              <a:avLst/>
            </a:prstGeom>
            <a:ln w="12700">
              <a:solidFill>
                <a:schemeClr val="bg2"/>
              </a:solidFill>
            </a:ln>
          </p:spPr>
          <p:txBody>
            <a:bodyPr wrap="square" lIns="36000" tIns="36000" rIns="36000" bIns="36000"/>
            <a:lstStyle>
              <a:lvl1pPr marL="0" indent="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defRPr lang="en-US"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4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2pPr>
              <a:lvl3pPr marL="36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3pPr>
              <a:lvl4pPr marL="540000" indent="-180000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  <a:defRPr lang="en-US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4pPr>
              <a:lvl5pPr marL="720000" indent="-179388" algn="l" defTabSz="957263" rtl="0" eaLnBrk="1" fontAlgn="base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  <a:defRPr lang="en-GB" sz="1200" kern="1200">
                  <a:solidFill>
                    <a:schemeClr val="tx2"/>
                  </a:solidFill>
                  <a:latin typeface="+mn-lt"/>
                  <a:ea typeface="+mj-ea"/>
                  <a:cs typeface="+mj-cs"/>
                </a:defRPr>
              </a:lvl5pPr>
              <a:lvl6pPr marL="90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•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859512" rtl="0" eaLnBrk="1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itchFamily="34" charset="0"/>
                <a:buChar char="‒"/>
                <a:defRPr sz="1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Paragraph (if not needed, delete)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Bullet</a:t>
              </a:r>
            </a:p>
            <a:p>
              <a:pPr lvl="2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Dash</a:t>
              </a:r>
            </a:p>
            <a:p>
              <a:pPr lvl="3"/>
              <a:r>
                <a:rPr lang="en-U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Sub bullet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two columns of numbered points for each point</a:t>
            </a:r>
          </a:p>
        </p:txBody>
      </p:sp>
      <p:sp>
        <p:nvSpPr>
          <p:cNvPr id="34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1705" y="3236608"/>
            <a:ext cx="8985600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35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1705" y="4274141"/>
            <a:ext cx="8985600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4</a:t>
            </a:r>
          </a:p>
        </p:txBody>
      </p:sp>
      <p:sp>
        <p:nvSpPr>
          <p:cNvPr id="3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1705" y="5311673"/>
            <a:ext cx="8985600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5</a:t>
            </a:r>
          </a:p>
        </p:txBody>
      </p:sp>
      <p:sp>
        <p:nvSpPr>
          <p:cNvPr id="37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1705" y="2199075"/>
            <a:ext cx="8985600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38" name="Text Placeholder 5"/>
          <p:cNvSpPr txBox="1">
            <a:spLocks/>
          </p:cNvSpPr>
          <p:nvPr/>
        </p:nvSpPr>
        <p:spPr>
          <a:xfrm>
            <a:off x="853853" y="1449690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39" name="Text Placeholder 5"/>
          <p:cNvSpPr txBox="1">
            <a:spLocks/>
          </p:cNvSpPr>
          <p:nvPr/>
        </p:nvSpPr>
        <p:spPr>
          <a:xfrm>
            <a:off x="853853" y="2487222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853853" y="3524755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853853" y="4562288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2" name="Text Placeholder 5"/>
          <p:cNvSpPr txBox="1">
            <a:spLocks/>
          </p:cNvSpPr>
          <p:nvPr/>
        </p:nvSpPr>
        <p:spPr>
          <a:xfrm>
            <a:off x="825501" y="5599820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3" name="Text Placeholder 5"/>
          <p:cNvSpPr txBox="1">
            <a:spLocks/>
          </p:cNvSpPr>
          <p:nvPr/>
        </p:nvSpPr>
        <p:spPr>
          <a:xfrm>
            <a:off x="5160740" y="1449690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4" name="Text Placeholder 5"/>
          <p:cNvSpPr txBox="1">
            <a:spLocks/>
          </p:cNvSpPr>
          <p:nvPr/>
        </p:nvSpPr>
        <p:spPr>
          <a:xfrm>
            <a:off x="5160740" y="2487222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5" name="Text Placeholder 5"/>
          <p:cNvSpPr txBox="1">
            <a:spLocks/>
          </p:cNvSpPr>
          <p:nvPr/>
        </p:nvSpPr>
        <p:spPr>
          <a:xfrm>
            <a:off x="5160740" y="3524755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6" name="Text Placeholder 5"/>
          <p:cNvSpPr txBox="1">
            <a:spLocks/>
          </p:cNvSpPr>
          <p:nvPr/>
        </p:nvSpPr>
        <p:spPr>
          <a:xfrm>
            <a:off x="5160740" y="4562288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7" name="Text Placeholder 5"/>
          <p:cNvSpPr txBox="1">
            <a:spLocks/>
          </p:cNvSpPr>
          <p:nvPr/>
        </p:nvSpPr>
        <p:spPr>
          <a:xfrm>
            <a:off x="5132388" y="5599820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8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1705" y="1161542"/>
            <a:ext cx="8985830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two columns of numbered points for each point</a:t>
            </a:r>
          </a:p>
        </p:txBody>
      </p:sp>
      <p:sp>
        <p:nvSpPr>
          <p:cNvPr id="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1706" y="1161542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1</a:t>
            </a:r>
          </a:p>
        </p:txBody>
      </p:sp>
      <p:sp>
        <p:nvSpPr>
          <p:cNvPr id="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1706" y="3236608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3</a:t>
            </a:r>
          </a:p>
        </p:txBody>
      </p:sp>
      <p:sp>
        <p:nvSpPr>
          <p:cNvPr id="5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51706" y="4274141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4</a:t>
            </a:r>
          </a:p>
        </p:txBody>
      </p:sp>
      <p:sp>
        <p:nvSpPr>
          <p:cNvPr id="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51706" y="5311673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5</a:t>
            </a:r>
          </a:p>
        </p:txBody>
      </p:sp>
      <p:sp>
        <p:nvSpPr>
          <p:cNvPr id="7" name="Rectangle 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51706" y="2199075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</a:rPr>
              <a:t>2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853853" y="1449690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853853" y="2487222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853853" y="3524755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853853" y="4562288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2" name="Text Placeholder 5"/>
          <p:cNvSpPr txBox="1">
            <a:spLocks/>
          </p:cNvSpPr>
          <p:nvPr/>
        </p:nvSpPr>
        <p:spPr>
          <a:xfrm>
            <a:off x="825501" y="5599820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3" name="Text Placeholder 5"/>
          <p:cNvSpPr txBox="1">
            <a:spLocks/>
          </p:cNvSpPr>
          <p:nvPr/>
        </p:nvSpPr>
        <p:spPr>
          <a:xfrm>
            <a:off x="5160740" y="1449690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4" name="Text Placeholder 5"/>
          <p:cNvSpPr txBox="1">
            <a:spLocks/>
          </p:cNvSpPr>
          <p:nvPr/>
        </p:nvSpPr>
        <p:spPr>
          <a:xfrm>
            <a:off x="5160740" y="2487222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5" name="Text Placeholder 5"/>
          <p:cNvSpPr txBox="1">
            <a:spLocks/>
          </p:cNvSpPr>
          <p:nvPr/>
        </p:nvSpPr>
        <p:spPr>
          <a:xfrm>
            <a:off x="5160740" y="3524755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6" name="Text Placeholder 5"/>
          <p:cNvSpPr txBox="1">
            <a:spLocks/>
          </p:cNvSpPr>
          <p:nvPr/>
        </p:nvSpPr>
        <p:spPr>
          <a:xfrm>
            <a:off x="5160740" y="4562288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7" name="Text Placeholder 5"/>
          <p:cNvSpPr txBox="1">
            <a:spLocks/>
          </p:cNvSpPr>
          <p:nvPr/>
        </p:nvSpPr>
        <p:spPr>
          <a:xfrm>
            <a:off x="5132388" y="5599820"/>
            <a:ext cx="3614737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8" name="Rectangle 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082291" y="1161542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6</a:t>
            </a:r>
          </a:p>
        </p:txBody>
      </p:sp>
      <p:sp>
        <p:nvSpPr>
          <p:cNvPr id="19" name="Rectangle 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082291" y="3236608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8</a:t>
            </a:r>
          </a:p>
        </p:txBody>
      </p:sp>
      <p:sp>
        <p:nvSpPr>
          <p:cNvPr id="20" name="Rectangle 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082291" y="4274141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9</a:t>
            </a:r>
          </a:p>
        </p:txBody>
      </p:sp>
      <p:sp>
        <p:nvSpPr>
          <p:cNvPr id="21" name="Rectangle 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082291" y="5311673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10</a:t>
            </a:r>
          </a:p>
        </p:txBody>
      </p:sp>
      <p:sp>
        <p:nvSpPr>
          <p:cNvPr id="22" name="Rectangle 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082291" y="2199075"/>
            <a:ext cx="4355244" cy="288148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/>
          <a:p>
            <a:pPr defTabSz="1019175"/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two ways of showing major points</a:t>
            </a:r>
          </a:p>
        </p:txBody>
      </p:sp>
      <p:sp>
        <p:nvSpPr>
          <p:cNvPr id="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396875" y="1376363"/>
            <a:ext cx="1552575" cy="748776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4" name="Rectangle 7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384175" y="2567332"/>
            <a:ext cx="1552575" cy="748776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5" name="Rectangle 13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384175" y="3758301"/>
            <a:ext cx="1552575" cy="748776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6" name="Rectangle 16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384175" y="4949270"/>
            <a:ext cx="1552575" cy="748776"/>
          </a:xfrm>
          <a:prstGeom prst="rect">
            <a:avLst/>
          </a:prstGeom>
          <a:solidFill>
            <a:schemeClr val="bg2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7" name="Text Placeholder 12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96875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8" name="Text Placeholder 22"/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100262" y="2561462"/>
            <a:ext cx="3114629" cy="86048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9" name="Text Placeholder 22"/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100262" y="3758301"/>
            <a:ext cx="3114629" cy="86048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0" name="Text Placeholder 22"/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100262" y="4949270"/>
            <a:ext cx="3114629" cy="86048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1" name="Text Placeholder 22"/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5401341" y="1375569"/>
            <a:ext cx="3114010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  <a:endParaRPr lang="en-US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2" name="Text Placeholder 22"/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401341" y="2561462"/>
            <a:ext cx="3114010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3" name="Text Placeholder 22"/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5401341" y="3758301"/>
            <a:ext cx="3114010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4" name="Text Placeholder 22"/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5401341" y="4949270"/>
            <a:ext cx="3114010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5" name="Text Placeholder 22"/>
          <p:cNvSpPr txBox="1">
            <a:spLocks/>
          </p:cNvSpPr>
          <p:nvPr/>
        </p:nvSpPr>
        <p:spPr bwMode="auto">
          <a:xfrm>
            <a:off x="2100262" y="1375569"/>
            <a:ext cx="3114629" cy="86048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major points with chevrons</a:t>
            </a:r>
          </a:p>
        </p:txBody>
      </p:sp>
      <p:sp>
        <p:nvSpPr>
          <p:cNvPr id="3" name="Text Placeholder 12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96875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396875" y="1376363"/>
            <a:ext cx="1552575" cy="748800"/>
          </a:xfrm>
          <a:prstGeom prst="homePlate">
            <a:avLst>
              <a:gd name="adj" fmla="val 24063"/>
            </a:avLst>
          </a:prstGeom>
          <a:solidFill>
            <a:schemeClr val="bg2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8" name="Text Placeholder 22"/>
          <p:cNvSpPr txBox="1">
            <a:spLocks/>
          </p:cNvSpPr>
          <p:nvPr/>
        </p:nvSpPr>
        <p:spPr bwMode="auto">
          <a:xfrm>
            <a:off x="2100263" y="1375569"/>
            <a:ext cx="2649537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9" name="Text Placeholder 22"/>
          <p:cNvSpPr txBox="1">
            <a:spLocks/>
          </p:cNvSpPr>
          <p:nvPr/>
        </p:nvSpPr>
        <p:spPr bwMode="auto">
          <a:xfrm>
            <a:off x="2100263" y="2561462"/>
            <a:ext cx="2649537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0" name="Text Placeholder 22"/>
          <p:cNvSpPr txBox="1">
            <a:spLocks/>
          </p:cNvSpPr>
          <p:nvPr/>
        </p:nvSpPr>
        <p:spPr bwMode="auto">
          <a:xfrm>
            <a:off x="2100263" y="3758301"/>
            <a:ext cx="2649537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1" name="Text Placeholder 22"/>
          <p:cNvSpPr txBox="1">
            <a:spLocks/>
          </p:cNvSpPr>
          <p:nvPr/>
        </p:nvSpPr>
        <p:spPr bwMode="auto">
          <a:xfrm>
            <a:off x="2100263" y="4949270"/>
            <a:ext cx="2649537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2" name="Text Placeholder 22"/>
          <p:cNvSpPr txBox="1">
            <a:spLocks/>
          </p:cNvSpPr>
          <p:nvPr/>
        </p:nvSpPr>
        <p:spPr bwMode="auto">
          <a:xfrm>
            <a:off x="5401340" y="1375569"/>
            <a:ext cx="3345785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  <a:endParaRPr lang="en-US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" name="Text Placeholder 22"/>
          <p:cNvSpPr txBox="1">
            <a:spLocks/>
          </p:cNvSpPr>
          <p:nvPr/>
        </p:nvSpPr>
        <p:spPr bwMode="auto">
          <a:xfrm>
            <a:off x="5401340" y="2561462"/>
            <a:ext cx="3345785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4" name="Text Placeholder 22"/>
          <p:cNvSpPr txBox="1">
            <a:spLocks/>
          </p:cNvSpPr>
          <p:nvPr/>
        </p:nvSpPr>
        <p:spPr bwMode="auto">
          <a:xfrm>
            <a:off x="5401340" y="3758301"/>
            <a:ext cx="3345785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5" name="Text Placeholder 22"/>
          <p:cNvSpPr txBox="1">
            <a:spLocks/>
          </p:cNvSpPr>
          <p:nvPr/>
        </p:nvSpPr>
        <p:spPr bwMode="auto">
          <a:xfrm>
            <a:off x="5401340" y="4949270"/>
            <a:ext cx="3345785" cy="86048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358775" indent="-358775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90500" indent="-190500" algn="l" defTabSz="957263" rtl="0" eaLnBrk="1" fontAlgn="base" hangingPunct="1">
              <a:lnSpc>
                <a:spcPct val="106000"/>
              </a:lnSpc>
              <a:spcBef>
                <a:spcPts val="1350"/>
              </a:spcBef>
              <a:spcAft>
                <a:spcPct val="0"/>
              </a:spcAft>
              <a:buFont typeface="Arial" charset="0"/>
              <a:buChar char="•"/>
              <a:defRPr lang="en-US" sz="14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73063" indent="-182563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65150" indent="-190500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44538" indent="-179388" algn="l" defTabSz="957263" rtl="0" eaLnBrk="1" fontAlgn="base" hangingPunct="1">
              <a:lnSpc>
                <a:spcPct val="106000"/>
              </a:lnSpc>
              <a:spcBef>
                <a:spcPts val="575"/>
              </a:spcBef>
              <a:spcAft>
                <a:spcPct val="0"/>
              </a:spcAft>
              <a:buFont typeface="Arial" charset="0"/>
              <a:buChar char="‒"/>
              <a:defRPr lang="en-GB" sz="1200" kern="120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84160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5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14702" indent="-173096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177353" indent="-162651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•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348956" indent="-171605" algn="l" defTabSz="859512" rtl="0" eaLnBrk="1" latinLnBrk="0" hangingPunct="1">
              <a:spcBef>
                <a:spcPts val="0"/>
              </a:spcBef>
              <a:spcAft>
                <a:spcPts val="282"/>
              </a:spcAft>
              <a:buFont typeface="Arial" pitchFamily="34" charset="0"/>
              <a:buChar char="‒"/>
              <a:defRPr sz="13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marL="180000" lvl="1" indent="-180000">
              <a:spcBef>
                <a:spcPts val="400"/>
              </a:spcBef>
              <a:spcAft>
                <a:spcPts val="0"/>
              </a:spcAft>
            </a:pPr>
            <a:r>
              <a:rPr lang="en-US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gray">
          <a:xfrm>
            <a:off x="396875" y="2584531"/>
            <a:ext cx="1552575" cy="748800"/>
          </a:xfrm>
          <a:prstGeom prst="homePlate">
            <a:avLst>
              <a:gd name="adj" fmla="val 24063"/>
            </a:avLst>
          </a:prstGeom>
          <a:solidFill>
            <a:schemeClr val="bg2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gray">
          <a:xfrm>
            <a:off x="396875" y="3792699"/>
            <a:ext cx="1552575" cy="748800"/>
          </a:xfrm>
          <a:prstGeom prst="homePlate">
            <a:avLst>
              <a:gd name="adj" fmla="val 24063"/>
            </a:avLst>
          </a:prstGeom>
          <a:solidFill>
            <a:schemeClr val="bg2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gray">
          <a:xfrm>
            <a:off x="396875" y="5000867"/>
            <a:ext cx="1552575" cy="748800"/>
          </a:xfrm>
          <a:prstGeom prst="homePlate">
            <a:avLst>
              <a:gd name="adj" fmla="val 24063"/>
            </a:avLst>
          </a:prstGeom>
          <a:solidFill>
            <a:schemeClr val="bg2"/>
          </a:solidFill>
          <a:ln w="12700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boxes – chevrons with text boxes</a:t>
            </a:r>
          </a:p>
        </p:txBody>
      </p:sp>
      <p:sp>
        <p:nvSpPr>
          <p:cNvPr id="3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392113" y="1377950"/>
            <a:ext cx="2206625" cy="584200"/>
          </a:xfrm>
          <a:prstGeom prst="chevron">
            <a:avLst>
              <a:gd name="adj" fmla="val 34952"/>
            </a:avLst>
          </a:prstGeom>
          <a:solidFill>
            <a:schemeClr val="bg2"/>
          </a:solidFill>
          <a:ln w="12700" cap="rnd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Text, Palatino Linotype14-pt bold</a:t>
            </a:r>
          </a:p>
        </p:txBody>
      </p:sp>
      <p:sp>
        <p:nvSpPr>
          <p:cNvPr id="4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2446338" y="1377950"/>
            <a:ext cx="2206625" cy="584200"/>
          </a:xfrm>
          <a:prstGeom prst="chevron">
            <a:avLst>
              <a:gd name="adj" fmla="val 34975"/>
            </a:avLst>
          </a:prstGeom>
          <a:solidFill>
            <a:schemeClr val="bg2"/>
          </a:solidFill>
          <a:ln w="12700" cap="rnd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5" name="AutoShape 5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494213" y="1377950"/>
            <a:ext cx="2206625" cy="584200"/>
          </a:xfrm>
          <a:prstGeom prst="chevron">
            <a:avLst>
              <a:gd name="adj" fmla="val 34975"/>
            </a:avLst>
          </a:prstGeom>
          <a:solidFill>
            <a:schemeClr val="bg2"/>
          </a:solidFill>
          <a:ln w="12700" cap="rnd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6" name="AutoShape 6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6540500" y="1377950"/>
            <a:ext cx="2206625" cy="584200"/>
          </a:xfrm>
          <a:prstGeom prst="chevron">
            <a:avLst>
              <a:gd name="adj" fmla="val 34975"/>
            </a:avLst>
          </a:prstGeom>
          <a:solidFill>
            <a:schemeClr val="bg2"/>
          </a:solidFill>
          <a:ln w="12700" cap="rnd" algn="ctr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 anchorCtr="1"/>
          <a:lstStyle/>
          <a:p>
            <a:pPr algn="ctr">
              <a:lnSpc>
                <a:spcPct val="106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7" name="Text Placeholder 12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96875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392113" y="2113984"/>
            <a:ext cx="1957388" cy="11695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2446338" y="2113984"/>
            <a:ext cx="1957388" cy="11695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4494213" y="2113984"/>
            <a:ext cx="1957388" cy="11695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1" name="Text Placeholder 5"/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6540500" y="2113984"/>
            <a:ext cx="1957388" cy="11695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Text boxes – vertical chevrons with text</a:t>
            </a:r>
            <a:endParaRPr lang="en-US" dirty="0"/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 rot="5400000">
            <a:off x="2330450" y="1609725"/>
            <a:ext cx="1028700" cy="1816100"/>
          </a:xfrm>
          <a:prstGeom prst="chevron">
            <a:avLst>
              <a:gd name="adj" fmla="val 25000"/>
            </a:avLst>
          </a:prstGeom>
          <a:solidFill>
            <a:schemeClr val="bg2"/>
          </a:solidFill>
          <a:ln w="6350" algn="ctr">
            <a:solidFill>
              <a:schemeClr val="bg1"/>
            </a:solidFill>
            <a:miter lim="800000"/>
            <a:headEnd/>
            <a:tailEnd/>
          </a:ln>
        </p:spPr>
        <p:txBody>
          <a:bodyPr rot="10800000" vert="eaVert" lIns="36000" tIns="36000" rIns="36000" bIns="36000" anchor="ctr"/>
          <a:lstStyle/>
          <a:p>
            <a:pPr algn="ctr">
              <a:defRPr/>
            </a:pPr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  <a:ea typeface="ＭＳ Ｐゴシック" pitchFamily="50" charset="-128"/>
              </a:rPr>
              <a:t>Text</a:t>
            </a:r>
            <a:endParaRPr lang="en-US" sz="1400" b="1" dirty="0">
              <a:solidFill>
                <a:schemeClr val="bg1"/>
              </a:solidFill>
              <a:latin typeface="Palatino Linotype" panose="02040502050505030304" pitchFamily="18" charset="0"/>
              <a:ea typeface="ＭＳ Ｐゴシック" pitchFamily="50" charset="-128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 rot="5400000">
            <a:off x="2330450" y="2486025"/>
            <a:ext cx="1028700" cy="1816100"/>
          </a:xfrm>
          <a:prstGeom prst="chevron">
            <a:avLst>
              <a:gd name="adj" fmla="val 25000"/>
            </a:avLst>
          </a:prstGeom>
          <a:solidFill>
            <a:schemeClr val="bg2"/>
          </a:solidFill>
          <a:ln w="6350" algn="ctr">
            <a:solidFill>
              <a:schemeClr val="bg1"/>
            </a:solidFill>
            <a:miter lim="800000"/>
            <a:headEnd/>
            <a:tailEnd/>
          </a:ln>
        </p:spPr>
        <p:txBody>
          <a:bodyPr rot="10800000" vert="eaVert" lIns="36000" tIns="36000" rIns="36000" bIns="36000" anchor="ctr"/>
          <a:lstStyle/>
          <a:p>
            <a:pPr algn="ctr">
              <a:defRPr/>
            </a:pPr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  <a:ea typeface="ＭＳ Ｐゴシック" pitchFamily="50" charset="-128"/>
              </a:rPr>
              <a:t>Text</a:t>
            </a:r>
            <a:endParaRPr lang="en-US" sz="1400" b="1" dirty="0">
              <a:solidFill>
                <a:schemeClr val="bg1"/>
              </a:solidFill>
              <a:latin typeface="Palatino Linotype" panose="02040502050505030304" pitchFamily="18" charset="0"/>
              <a:ea typeface="ＭＳ Ｐゴシック" pitchFamily="50" charset="-128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 rot="5400000">
            <a:off x="2330450" y="3362325"/>
            <a:ext cx="1028700" cy="1816100"/>
          </a:xfrm>
          <a:prstGeom prst="chevron">
            <a:avLst>
              <a:gd name="adj" fmla="val 25000"/>
            </a:avLst>
          </a:prstGeom>
          <a:solidFill>
            <a:schemeClr val="bg2"/>
          </a:solidFill>
          <a:ln w="6350" algn="ctr">
            <a:solidFill>
              <a:schemeClr val="bg1"/>
            </a:solidFill>
            <a:miter lim="800000"/>
            <a:headEnd/>
            <a:tailEnd/>
          </a:ln>
        </p:spPr>
        <p:txBody>
          <a:bodyPr rot="10800000" vert="eaVert" lIns="36000" tIns="36000" rIns="36000" bIns="36000" anchor="ctr"/>
          <a:lstStyle/>
          <a:p>
            <a:pPr algn="ctr">
              <a:defRPr/>
            </a:pPr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  <a:ea typeface="ＭＳ Ｐゴシック" pitchFamily="50" charset="-128"/>
              </a:rPr>
              <a:t>Text</a:t>
            </a:r>
            <a:endParaRPr lang="en-US" sz="1400" b="1" dirty="0">
              <a:solidFill>
                <a:schemeClr val="bg1"/>
              </a:solidFill>
              <a:latin typeface="Palatino Linotype" panose="02040502050505030304" pitchFamily="18" charset="0"/>
              <a:ea typeface="ＭＳ Ｐゴシック" pitchFamily="50" charset="-128"/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 rot="5400000">
            <a:off x="2330450" y="4238625"/>
            <a:ext cx="1028700" cy="1816100"/>
          </a:xfrm>
          <a:prstGeom prst="chevron">
            <a:avLst>
              <a:gd name="adj" fmla="val 25000"/>
            </a:avLst>
          </a:prstGeom>
          <a:solidFill>
            <a:schemeClr val="bg2"/>
          </a:solidFill>
          <a:ln w="6350" algn="ctr">
            <a:solidFill>
              <a:schemeClr val="bg1"/>
            </a:solidFill>
            <a:miter lim="800000"/>
            <a:headEnd/>
            <a:tailEnd/>
          </a:ln>
        </p:spPr>
        <p:txBody>
          <a:bodyPr rot="10800000" vert="eaVert" lIns="36000" tIns="36000" rIns="36000" bIns="36000" anchor="ctr"/>
          <a:lstStyle/>
          <a:p>
            <a:pPr algn="ctr">
              <a:defRPr/>
            </a:pPr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  <a:ea typeface="ＭＳ Ｐゴシック" pitchFamily="50" charset="-128"/>
              </a:rPr>
              <a:t>Text</a:t>
            </a:r>
            <a:endParaRPr lang="en-US" sz="1400" b="1" dirty="0">
              <a:solidFill>
                <a:schemeClr val="bg1"/>
              </a:solidFill>
              <a:latin typeface="Palatino Linotype" panose="02040502050505030304" pitchFamily="18" charset="0"/>
              <a:ea typeface="ＭＳ Ｐゴシック" pitchFamily="50" charset="-128"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3970089" y="2003425"/>
            <a:ext cx="4774398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3970089" y="2879725"/>
            <a:ext cx="4774398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3970089" y="3756024"/>
            <a:ext cx="4774398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3970089" y="4632325"/>
            <a:ext cx="4774398" cy="760071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Text b</a:t>
            </a:r>
            <a:r>
              <a:rPr lang="en-US" dirty="0"/>
              <a:t>locks – two squares</a:t>
            </a:r>
          </a:p>
        </p:txBody>
      </p:sp>
      <p:sp>
        <p:nvSpPr>
          <p:cNvPr id="3" name="Slide Number Placeholder 11"/>
          <p:cNvSpPr txBox="1">
            <a:spLocks/>
          </p:cNvSpPr>
          <p:nvPr/>
        </p:nvSpPr>
        <p:spPr>
          <a:xfrm>
            <a:off x="415925" y="6554788"/>
            <a:ext cx="346075" cy="14287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5792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8963" algn="l" defTabSz="95792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925" algn="l" defTabSz="95792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888" algn="l" defTabSz="95792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851" algn="l" defTabSz="95792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814" algn="l" defTabSz="95792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776" algn="l" defTabSz="95792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739" algn="l" defTabSz="95792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702" algn="l" defTabSz="95792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6B2407-E3DE-42EE-BB9A-9ADA55DC3674}" type="slidenum">
              <a:rPr lang="en-US" smtClean="0">
                <a:latin typeface="Palatino Linotype" panose="02040502050505030304" pitchFamily="18" charset="0"/>
              </a:rPr>
              <a:pPr/>
              <a:t>20</a:t>
            </a:fld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780301" y="2335769"/>
            <a:ext cx="3240000" cy="288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4651375" y="1705769"/>
            <a:ext cx="3600000" cy="414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8" name="Trapezoid 12"/>
          <p:cNvSpPr/>
          <p:nvPr/>
        </p:nvSpPr>
        <p:spPr>
          <a:xfrm rot="16200000">
            <a:off x="2264911" y="3460769"/>
            <a:ext cx="4140000" cy="630000"/>
          </a:xfrm>
          <a:prstGeom prst="trapezoid">
            <a:avLst>
              <a:gd name="adj" fmla="val 98866"/>
            </a:avLst>
          </a:prstGeom>
          <a:gradFill>
            <a:gsLst>
              <a:gs pos="0">
                <a:schemeClr val="bg2"/>
              </a:gs>
              <a:gs pos="100000">
                <a:schemeClr val="bg1"/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40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blocks – sources leading to</a:t>
            </a:r>
          </a:p>
        </p:txBody>
      </p:sp>
      <p:sp>
        <p:nvSpPr>
          <p:cNvPr id="3" name="Text Placeholder 5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812836" y="1830536"/>
            <a:ext cx="3605213" cy="3911452"/>
          </a:xfrm>
          <a:prstGeom prst="homePlate">
            <a:avLst>
              <a:gd name="adj" fmla="val 8173"/>
            </a:avLst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4" name="Text Placeholder 1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812836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5" name="Text Placeholder 12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771153" y="1123950"/>
            <a:ext cx="353751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Aft>
                <a:spcPts val="0"/>
              </a:spcAft>
            </a:pPr>
            <a:r>
              <a:rPr lang="en-US" sz="1400" b="1" dirty="0">
                <a:latin typeface="Palatino Linotype" panose="02040502050505030304" pitchFamily="18" charset="0"/>
              </a:rPr>
              <a:t>Text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 flipH="1">
            <a:off x="5559461" y="1829668"/>
            <a:ext cx="3605213" cy="3911452"/>
          </a:xfrm>
          <a:prstGeom prst="homePlate">
            <a:avLst>
              <a:gd name="adj" fmla="val 8173"/>
            </a:avLst>
          </a:prstGeom>
          <a:solidFill>
            <a:schemeClr val="bg1"/>
          </a:solidFill>
          <a:ln w="12700">
            <a:solidFill>
              <a:schemeClr val="bg2"/>
            </a:solidFill>
          </a:ln>
        </p:spPr>
        <p:txBody>
          <a:bodyPr wrap="square" lIns="180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Paragraph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7" name="Oval 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76749" y="3011394"/>
            <a:ext cx="1546225" cy="1548000"/>
          </a:xfrm>
          <a:prstGeom prst="ellipse">
            <a:avLst/>
          </a:prstGeom>
          <a:solidFill>
            <a:schemeClr val="bg2"/>
          </a:solidFill>
          <a:ln w="6350" algn="ctr">
            <a:solidFill>
              <a:schemeClr val="bg1"/>
            </a:solidFill>
            <a:round/>
            <a:headEnd/>
            <a:tailEnd/>
          </a:ln>
        </p:spPr>
        <p:txBody>
          <a:bodyPr lIns="36000" tIns="36000" rIns="36000" bIns="36000" anchor="ctr"/>
          <a:lstStyle/>
          <a:p>
            <a:pPr algn="ctr">
              <a:defRPr/>
            </a:pPr>
            <a:r>
              <a:rPr lang="en-US" sz="1400" b="1">
                <a:solidFill>
                  <a:schemeClr val="bg1"/>
                </a:solidFill>
                <a:latin typeface="Palatino Linotype" panose="02040502050505030304" pitchFamily="18" charset="0"/>
                <a:ea typeface="ＭＳ Ｐゴシック" pitchFamily="50" charset="-128"/>
              </a:rPr>
              <a:t>Text</a:t>
            </a:r>
            <a:endParaRPr lang="en-US" sz="1400" b="1" dirty="0">
              <a:solidFill>
                <a:schemeClr val="bg1"/>
              </a:solidFill>
              <a:latin typeface="Palatino Linotype" panose="02040502050505030304" pitchFamily="18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trees – executive summary tree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7291975" y="1824556"/>
            <a:ext cx="2160000" cy="4521562"/>
            <a:chOff x="6930838" y="1824556"/>
            <a:chExt cx="1981200" cy="4521562"/>
          </a:xfrm>
        </p:grpSpPr>
        <p:grpSp>
          <p:nvGrpSpPr>
            <p:cNvPr id="22" name="组合 21"/>
            <p:cNvGrpSpPr/>
            <p:nvPr/>
          </p:nvGrpSpPr>
          <p:grpSpPr>
            <a:xfrm>
              <a:off x="6932426" y="1824556"/>
              <a:ext cx="1979612" cy="496611"/>
              <a:chOff x="6932426" y="1824556"/>
              <a:chExt cx="1979612" cy="496611"/>
            </a:xfrm>
          </p:grpSpPr>
          <p:sp>
            <p:nvSpPr>
              <p:cNvPr id="13" name="Text Box 10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6932426" y="1824556"/>
                <a:ext cx="1979612" cy="180000"/>
              </a:xfrm>
              <a:prstGeom prst="rect">
                <a:avLst/>
              </a:prstGeom>
              <a:solidFill>
                <a:schemeClr val="bg2"/>
              </a:solidFill>
              <a:ln w="12700" algn="ctr">
                <a:solidFill>
                  <a:schemeClr val="bg2"/>
                </a:solidFill>
                <a:miter lim="800000"/>
                <a:headEnd/>
                <a:tailEnd type="none" w="sm" len="med"/>
              </a:ln>
            </p:spPr>
            <p:txBody>
              <a:bodyPr lIns="36000" tIns="36000" rIns="36000" bIns="36000" anchor="ctr" anchorCtr="1"/>
              <a:lstStyle/>
              <a:p>
                <a:pPr defTabSz="957263"/>
                <a:r>
                  <a:rPr lang="en-US" sz="1000" b="1">
                    <a:solidFill>
                      <a:schemeClr val="bg1"/>
                    </a:solidFill>
                    <a:latin typeface="Palatino Linotype" panose="02040502050505030304" pitchFamily="18" charset="0"/>
                  </a:rPr>
                  <a:t>Chapter title</a:t>
                </a: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6932426" y="2005583"/>
                <a:ext cx="1979612" cy="315584"/>
              </a:xfrm>
              <a:prstGeom prst="rect">
                <a:avLst/>
              </a:prstGeom>
              <a:noFill/>
              <a:ln w="12700" algn="ctr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defTabSz="957998">
                  <a:spcAft>
                    <a:spcPts val="300"/>
                  </a:spcAft>
                  <a:defRPr/>
                </a:pPr>
                <a:r>
                  <a:rPr lang="en-US" sz="1000" kern="0" dirty="0">
                    <a:latin typeface="Palatino Linotype" panose="02040502050505030304" pitchFamily="18" charset="0"/>
                  </a:rPr>
                  <a:t>Supporting conclusion</a:t>
                </a:r>
              </a:p>
            </p:txBody>
          </p:sp>
        </p:grpSp>
        <p:sp>
          <p:nvSpPr>
            <p:cNvPr id="18" name="Rectangle 21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930838" y="2382721"/>
              <a:ext cx="1981200" cy="3963397"/>
            </a:xfrm>
            <a:prstGeom prst="rect">
              <a:avLst/>
            </a:prstGeom>
            <a:noFill/>
            <a:ln w="12700" algn="ctr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lIns="36000" tIns="36000" rIns="36000" bIns="36000"/>
            <a:lstStyle/>
            <a:p>
              <a:pPr marL="180000" lvl="1" indent="-180000" defTabSz="957263"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</a:pPr>
              <a:r>
                <a:rPr lang="en-US" sz="1000" dirty="0">
                  <a:latin typeface="Palatino Linotype" panose="02040502050505030304" pitchFamily="18" charset="0"/>
                </a:rPr>
                <a:t>Slide text</a:t>
              </a:r>
            </a:p>
            <a:p>
              <a:pPr marL="360000" lvl="2" indent="-180000" defTabSz="957263"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</a:pPr>
              <a:r>
                <a:rPr lang="en-US" sz="1000" dirty="0">
                  <a:latin typeface="Palatino Linotype" panose="02040502050505030304" pitchFamily="18" charset="0"/>
                </a:rPr>
                <a:t>Dash</a:t>
              </a:r>
            </a:p>
          </p:txBody>
        </p:sp>
      </p:grpSp>
      <p:grpSp>
        <p:nvGrpSpPr>
          <p:cNvPr id="19" name="Group 2"/>
          <p:cNvGrpSpPr/>
          <p:nvPr/>
        </p:nvGrpSpPr>
        <p:grpSpPr>
          <a:xfrm>
            <a:off x="455612" y="1159753"/>
            <a:ext cx="8996363" cy="603248"/>
            <a:chOff x="387350" y="1123947"/>
            <a:chExt cx="8372475" cy="603248"/>
          </a:xfrm>
        </p:grpSpPr>
        <p:sp>
          <p:nvSpPr>
            <p:cNvPr id="20" name="Rectangle 1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87350" y="1292059"/>
              <a:ext cx="8372475" cy="435136"/>
            </a:xfrm>
            <a:prstGeom prst="rect">
              <a:avLst/>
            </a:prstGeom>
            <a:noFill/>
            <a:ln w="12700" algn="ctr">
              <a:solidFill>
                <a:schemeClr val="bg2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defTabSz="957998">
                <a:spcAft>
                  <a:spcPts val="300"/>
                </a:spcAft>
                <a:defRPr/>
              </a:pPr>
              <a:r>
                <a:rPr lang="en-US" sz="1200" dirty="0">
                  <a:latin typeface="Palatino Linotype" panose="02040502050505030304" pitchFamily="18" charset="0"/>
                </a:rPr>
                <a:t>Main conclusion</a:t>
              </a:r>
              <a:endParaRPr lang="en-US" sz="1200" kern="0" dirty="0">
                <a:latin typeface="Palatino Linotype" panose="02040502050505030304" pitchFamily="18" charset="0"/>
              </a:endParaRPr>
            </a:p>
          </p:txBody>
        </p:sp>
        <p:sp>
          <p:nvSpPr>
            <p:cNvPr id="21" name="Text Box 1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87350" y="1123947"/>
              <a:ext cx="8372475" cy="216000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bg2"/>
              </a:solidFill>
              <a:miter lim="800000"/>
              <a:headEnd/>
              <a:tailEnd type="none" w="sm" len="med"/>
            </a:ln>
          </p:spPr>
          <p:txBody>
            <a:bodyPr lIns="36000" tIns="36000" rIns="36000" bIns="36000" anchor="ctr" anchorCtr="1"/>
            <a:lstStyle/>
            <a:p>
              <a:pPr defTabSz="957263"/>
              <a:r>
                <a:rPr lang="en-US" sz="1200" b="1">
                  <a:solidFill>
                    <a:schemeClr val="bg1"/>
                  </a:solidFill>
                  <a:latin typeface="Palatino Linotype" panose="02040502050505030304" pitchFamily="18" charset="0"/>
                </a:rPr>
                <a:t>Report title</a:t>
              </a:r>
              <a:endParaRPr lang="en-US" sz="1400" b="1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011600" y="1824556"/>
            <a:ext cx="2160000" cy="4521562"/>
            <a:chOff x="6930838" y="1824556"/>
            <a:chExt cx="1981200" cy="4521562"/>
          </a:xfrm>
        </p:grpSpPr>
        <p:grpSp>
          <p:nvGrpSpPr>
            <p:cNvPr id="25" name="组合 24"/>
            <p:cNvGrpSpPr/>
            <p:nvPr/>
          </p:nvGrpSpPr>
          <p:grpSpPr>
            <a:xfrm>
              <a:off x="6932426" y="1824556"/>
              <a:ext cx="1979612" cy="496611"/>
              <a:chOff x="6932426" y="1824556"/>
              <a:chExt cx="1979612" cy="496611"/>
            </a:xfrm>
          </p:grpSpPr>
          <p:sp>
            <p:nvSpPr>
              <p:cNvPr id="27" name="Text Box 10"/>
              <p:cNvSpPr txBox="1"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932426" y="1824556"/>
                <a:ext cx="1979612" cy="180000"/>
              </a:xfrm>
              <a:prstGeom prst="rect">
                <a:avLst/>
              </a:prstGeom>
              <a:solidFill>
                <a:schemeClr val="bg2"/>
              </a:solidFill>
              <a:ln w="12700" algn="ctr">
                <a:solidFill>
                  <a:schemeClr val="bg2"/>
                </a:solidFill>
                <a:miter lim="800000"/>
                <a:headEnd/>
                <a:tailEnd type="none" w="sm" len="med"/>
              </a:ln>
            </p:spPr>
            <p:txBody>
              <a:bodyPr lIns="36000" tIns="36000" rIns="36000" bIns="36000" anchor="ctr" anchorCtr="1"/>
              <a:lstStyle/>
              <a:p>
                <a:pPr defTabSz="957263"/>
                <a:r>
                  <a:rPr lang="en-US" sz="1000" b="1">
                    <a:solidFill>
                      <a:schemeClr val="bg1"/>
                    </a:solidFill>
                    <a:latin typeface="Palatino Linotype" panose="02040502050505030304" pitchFamily="18" charset="0"/>
                  </a:rPr>
                  <a:t>Chapter title</a:t>
                </a:r>
              </a:p>
            </p:txBody>
          </p:sp>
          <p:sp>
            <p:nvSpPr>
              <p:cNvPr id="28" name="Rectangle 1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6932426" y="2005583"/>
                <a:ext cx="1979612" cy="315584"/>
              </a:xfrm>
              <a:prstGeom prst="rect">
                <a:avLst/>
              </a:prstGeom>
              <a:noFill/>
              <a:ln w="12700" algn="ctr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defTabSz="957998">
                  <a:spcAft>
                    <a:spcPts val="300"/>
                  </a:spcAft>
                  <a:defRPr/>
                </a:pPr>
                <a:r>
                  <a:rPr lang="en-US" sz="1000" kern="0" dirty="0">
                    <a:latin typeface="Palatino Linotype" panose="02040502050505030304" pitchFamily="18" charset="0"/>
                  </a:rPr>
                  <a:t>Supporting conclusion</a:t>
                </a:r>
              </a:p>
            </p:txBody>
          </p:sp>
        </p:grpSp>
        <p:sp>
          <p:nvSpPr>
            <p:cNvPr id="26" name="Rectangle 21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930838" y="2382721"/>
              <a:ext cx="1981200" cy="3963397"/>
            </a:xfrm>
            <a:prstGeom prst="rect">
              <a:avLst/>
            </a:prstGeom>
            <a:noFill/>
            <a:ln w="12700" algn="ctr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lIns="36000" tIns="36000" rIns="36000" bIns="36000"/>
            <a:lstStyle/>
            <a:p>
              <a:pPr marL="180000" lvl="1" indent="-180000" defTabSz="957263"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</a:pPr>
              <a:r>
                <a:rPr lang="en-US" sz="1000" dirty="0">
                  <a:latin typeface="Palatino Linotype" panose="02040502050505030304" pitchFamily="18" charset="0"/>
                </a:rPr>
                <a:t>Slide text</a:t>
              </a:r>
            </a:p>
            <a:p>
              <a:pPr marL="360000" lvl="2" indent="-180000" defTabSz="957263"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</a:pPr>
              <a:r>
                <a:rPr lang="en-US" sz="1000" dirty="0">
                  <a:latin typeface="Palatino Linotype" panose="02040502050505030304" pitchFamily="18" charset="0"/>
                </a:rPr>
                <a:t>Dash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2731225" y="1824556"/>
            <a:ext cx="2160000" cy="4521562"/>
            <a:chOff x="6930838" y="1824556"/>
            <a:chExt cx="1981200" cy="4521562"/>
          </a:xfrm>
        </p:grpSpPr>
        <p:grpSp>
          <p:nvGrpSpPr>
            <p:cNvPr id="30" name="组合 29"/>
            <p:cNvGrpSpPr/>
            <p:nvPr/>
          </p:nvGrpSpPr>
          <p:grpSpPr>
            <a:xfrm>
              <a:off x="6932426" y="1824556"/>
              <a:ext cx="1979612" cy="496611"/>
              <a:chOff x="6932426" y="1824556"/>
              <a:chExt cx="1979612" cy="496611"/>
            </a:xfrm>
          </p:grpSpPr>
          <p:sp>
            <p:nvSpPr>
              <p:cNvPr id="32" name="Text Box 10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6932426" y="1824556"/>
                <a:ext cx="1979612" cy="180000"/>
              </a:xfrm>
              <a:prstGeom prst="rect">
                <a:avLst/>
              </a:prstGeom>
              <a:solidFill>
                <a:schemeClr val="bg2"/>
              </a:solidFill>
              <a:ln w="12700" algn="ctr">
                <a:solidFill>
                  <a:schemeClr val="bg2"/>
                </a:solidFill>
                <a:miter lim="800000"/>
                <a:headEnd/>
                <a:tailEnd type="none" w="sm" len="med"/>
              </a:ln>
            </p:spPr>
            <p:txBody>
              <a:bodyPr lIns="36000" tIns="36000" rIns="36000" bIns="36000" anchor="ctr" anchorCtr="1"/>
              <a:lstStyle/>
              <a:p>
                <a:pPr defTabSz="957263"/>
                <a:r>
                  <a:rPr lang="en-US" sz="1000" b="1">
                    <a:solidFill>
                      <a:schemeClr val="bg1"/>
                    </a:solidFill>
                    <a:latin typeface="Palatino Linotype" panose="02040502050505030304" pitchFamily="18" charset="0"/>
                  </a:rPr>
                  <a:t>Chapter title</a:t>
                </a:r>
              </a:p>
            </p:txBody>
          </p:sp>
          <p:sp>
            <p:nvSpPr>
              <p:cNvPr id="33" name="Rectangle 11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6932426" y="2005583"/>
                <a:ext cx="1979612" cy="315584"/>
              </a:xfrm>
              <a:prstGeom prst="rect">
                <a:avLst/>
              </a:prstGeom>
              <a:noFill/>
              <a:ln w="12700" algn="ctr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defTabSz="957998">
                  <a:spcAft>
                    <a:spcPts val="300"/>
                  </a:spcAft>
                  <a:defRPr/>
                </a:pPr>
                <a:r>
                  <a:rPr lang="en-US" sz="1000" kern="0" dirty="0">
                    <a:latin typeface="Palatino Linotype" panose="02040502050505030304" pitchFamily="18" charset="0"/>
                  </a:rPr>
                  <a:t>Supporting conclusion</a:t>
                </a:r>
              </a:p>
            </p:txBody>
          </p:sp>
        </p:grpSp>
        <p:sp>
          <p:nvSpPr>
            <p:cNvPr id="31" name="Rectangle 2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30838" y="2382721"/>
              <a:ext cx="1981200" cy="3963397"/>
            </a:xfrm>
            <a:prstGeom prst="rect">
              <a:avLst/>
            </a:prstGeom>
            <a:noFill/>
            <a:ln w="12700" algn="ctr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lIns="36000" tIns="36000" rIns="36000" bIns="36000"/>
            <a:lstStyle/>
            <a:p>
              <a:pPr marL="180000" lvl="1" indent="-180000" defTabSz="957263"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</a:pPr>
              <a:r>
                <a:rPr lang="en-US" sz="1000" dirty="0">
                  <a:latin typeface="Palatino Linotype" panose="02040502050505030304" pitchFamily="18" charset="0"/>
                </a:rPr>
                <a:t>Slide text</a:t>
              </a:r>
            </a:p>
            <a:p>
              <a:pPr marL="360000" lvl="2" indent="-180000" defTabSz="957263"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</a:pPr>
              <a:r>
                <a:rPr lang="en-US" sz="1000" dirty="0">
                  <a:latin typeface="Palatino Linotype" panose="02040502050505030304" pitchFamily="18" charset="0"/>
                </a:rPr>
                <a:t>Dash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50850" y="1824556"/>
            <a:ext cx="2160000" cy="4521562"/>
            <a:chOff x="6930838" y="1824556"/>
            <a:chExt cx="1981200" cy="4521562"/>
          </a:xfrm>
        </p:grpSpPr>
        <p:grpSp>
          <p:nvGrpSpPr>
            <p:cNvPr id="35" name="组合 34"/>
            <p:cNvGrpSpPr/>
            <p:nvPr/>
          </p:nvGrpSpPr>
          <p:grpSpPr>
            <a:xfrm>
              <a:off x="6932426" y="1824556"/>
              <a:ext cx="1979612" cy="496611"/>
              <a:chOff x="6932426" y="1824556"/>
              <a:chExt cx="1979612" cy="496611"/>
            </a:xfrm>
          </p:grpSpPr>
          <p:sp>
            <p:nvSpPr>
              <p:cNvPr id="37" name="Text Box 10"/>
              <p:cNvSpPr txBox="1"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6932426" y="1824556"/>
                <a:ext cx="1979612" cy="180000"/>
              </a:xfrm>
              <a:prstGeom prst="rect">
                <a:avLst/>
              </a:prstGeom>
              <a:solidFill>
                <a:schemeClr val="bg2"/>
              </a:solidFill>
              <a:ln w="12700" algn="ctr">
                <a:solidFill>
                  <a:schemeClr val="bg2"/>
                </a:solidFill>
                <a:miter lim="800000"/>
                <a:headEnd/>
                <a:tailEnd type="none" w="sm" len="med"/>
              </a:ln>
            </p:spPr>
            <p:txBody>
              <a:bodyPr lIns="36000" tIns="36000" rIns="36000" bIns="36000" anchor="ctr" anchorCtr="1"/>
              <a:lstStyle/>
              <a:p>
                <a:pPr defTabSz="957263"/>
                <a:r>
                  <a:rPr lang="en-US" sz="1000" b="1">
                    <a:solidFill>
                      <a:schemeClr val="bg1"/>
                    </a:solidFill>
                    <a:latin typeface="Palatino Linotype" panose="02040502050505030304" pitchFamily="18" charset="0"/>
                  </a:rPr>
                  <a:t>Chapter title</a:t>
                </a:r>
              </a:p>
            </p:txBody>
          </p:sp>
          <p:sp>
            <p:nvSpPr>
              <p:cNvPr id="38" name="Rectangle 11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6932426" y="2005583"/>
                <a:ext cx="1979612" cy="315584"/>
              </a:xfrm>
              <a:prstGeom prst="rect">
                <a:avLst/>
              </a:prstGeom>
              <a:noFill/>
              <a:ln w="12700" algn="ctr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lIns="36000" tIns="36000" rIns="36000" bIns="36000" anchor="ctr"/>
              <a:lstStyle/>
              <a:p>
                <a:pPr defTabSz="957998">
                  <a:spcAft>
                    <a:spcPts val="300"/>
                  </a:spcAft>
                  <a:defRPr/>
                </a:pPr>
                <a:r>
                  <a:rPr lang="en-US" sz="1000" kern="0" dirty="0">
                    <a:latin typeface="Palatino Linotype" panose="02040502050505030304" pitchFamily="18" charset="0"/>
                  </a:rPr>
                  <a:t>Supporting conclusion</a:t>
                </a:r>
              </a:p>
            </p:txBody>
          </p:sp>
        </p:grpSp>
        <p:sp>
          <p:nvSpPr>
            <p:cNvPr id="36" name="Rectangle 21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930838" y="2382721"/>
              <a:ext cx="1981200" cy="3963397"/>
            </a:xfrm>
            <a:prstGeom prst="rect">
              <a:avLst/>
            </a:prstGeom>
            <a:noFill/>
            <a:ln w="12700" algn="ctr">
              <a:solidFill>
                <a:schemeClr val="bg2"/>
              </a:solidFill>
              <a:miter lim="800000"/>
              <a:headEnd type="none" w="sm" len="sm"/>
              <a:tailEnd type="none" w="sm" len="sm"/>
            </a:ln>
          </p:spPr>
          <p:txBody>
            <a:bodyPr lIns="36000" tIns="36000" rIns="36000" bIns="36000"/>
            <a:lstStyle/>
            <a:p>
              <a:pPr marL="180000" lvl="1" indent="-180000" defTabSz="957263"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•"/>
              </a:pPr>
              <a:r>
                <a:rPr lang="en-US" sz="1000" dirty="0">
                  <a:latin typeface="Palatino Linotype" panose="02040502050505030304" pitchFamily="18" charset="0"/>
                </a:rPr>
                <a:t>Slide text</a:t>
              </a:r>
            </a:p>
            <a:p>
              <a:pPr marL="360000" lvl="2" indent="-180000" defTabSz="957263">
                <a:spcBef>
                  <a:spcPts val="400"/>
                </a:spcBef>
                <a:spcAft>
                  <a:spcPts val="0"/>
                </a:spcAft>
                <a:buFont typeface="Arial" charset="0"/>
                <a:buChar char="‒"/>
              </a:pPr>
              <a:r>
                <a:rPr lang="en-US" sz="1000" dirty="0">
                  <a:latin typeface="Palatino Linotype" panose="02040502050505030304" pitchFamily="18" charset="0"/>
                </a:rPr>
                <a:t>Dash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9"/>
          <p:cNvSpPr/>
          <p:nvPr>
            <p:custDataLst>
              <p:tags r:id="rId1"/>
            </p:custDataLst>
          </p:nvPr>
        </p:nvSpPr>
        <p:spPr>
          <a:xfrm>
            <a:off x="970129" y="3179911"/>
            <a:ext cx="8444703" cy="3382231"/>
          </a:xfrm>
          <a:prstGeom prst="roundRect">
            <a:avLst>
              <a:gd name="adj" fmla="val 32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graphicFrame>
        <p:nvGraphicFramePr>
          <p:cNvPr id="9" name="Table 41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30278497"/>
              </p:ext>
            </p:extLst>
          </p:nvPr>
        </p:nvGraphicFramePr>
        <p:xfrm>
          <a:off x="240028" y="2901334"/>
          <a:ext cx="9172010" cy="329122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23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3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5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658">
                <a:tc gridSpan="3">
                  <a:txBody>
                    <a:bodyPr/>
                    <a:lstStyle/>
                    <a:p>
                      <a:endParaRPr lang="en-US" sz="1200" b="1" kern="120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  <a:ea typeface="华文楷体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 dirty="0">
                        <a:latin typeface="华文楷体" pitchFamily="2" charset="-122"/>
                        <a:ea typeface="华文楷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 dirty="0">
                        <a:latin typeface="华文楷体" pitchFamily="2" charset="-122"/>
                        <a:ea typeface="华文楷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7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Palatino Linotype" panose="02040502050505030304" pitchFamily="18" charset="0"/>
                          <a:ea typeface="华文楷体" pitchFamily="2" charset="-122"/>
                        </a:rPr>
                        <a:t>xxx</a:t>
                      </a:r>
                      <a:endParaRPr lang="en-US" sz="1200" b="1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Arial" pitchFamily="34" charset="0"/>
                        <a:buChar char="•"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  <a:p>
                      <a:pPr marL="360363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华文楷体" pitchFamily="2" charset="-122"/>
                        <a:buChar char="-"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94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Palatino Linotype" panose="02040502050505030304" pitchFamily="18" charset="0"/>
                          <a:ea typeface="华文楷体" pitchFamily="2" charset="-122"/>
                        </a:rPr>
                        <a:t>xxx</a:t>
                      </a:r>
                      <a:endParaRPr lang="en-US" sz="1200" b="1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Arial" pitchFamily="34" charset="0"/>
                        <a:buChar char="•"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  <a:p>
                      <a:pPr marL="360363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华文楷体" pitchFamily="2" charset="-122"/>
                        <a:buChar char="-"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Arial" pitchFamily="34" charset="0"/>
                        <a:buChar char="•"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  <a:p>
                      <a:pPr marL="360363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华文楷体" pitchFamily="2" charset="-122"/>
                        <a:buChar char="-"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– two</a:t>
            </a: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274289" y="1168497"/>
            <a:ext cx="9142413" cy="327989"/>
          </a:xfrm>
          <a:prstGeom prst="rect">
            <a:avLst/>
          </a:prstGeom>
          <a:solidFill>
            <a:schemeClr val="bg2"/>
          </a:solidFill>
        </p:spPr>
        <p:txBody>
          <a:bodyPr wrap="square" lIns="36000" rIns="36000" rtlCol="0" anchor="ctr">
            <a:no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defRPr>
            </a:lvl1pPr>
          </a:lstStyle>
          <a:p>
            <a:r>
              <a:rPr lang="en-US" altLang="zh-CN" dirty="0">
                <a:latin typeface="Palatino Linotype" panose="02040502050505030304" pitchFamily="18" charset="0"/>
              </a:rPr>
              <a:t>Growth Path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7" name="AutoShape 3"/>
          <p:cNvSpPr>
            <a:spLocks/>
          </p:cNvSpPr>
          <p:nvPr>
            <p:custDataLst>
              <p:tags r:id="rId4"/>
            </p:custDataLst>
          </p:nvPr>
        </p:nvSpPr>
        <p:spPr bwMode="auto">
          <a:xfrm rot="21580317">
            <a:off x="964216" y="2950411"/>
            <a:ext cx="4176091" cy="180759"/>
          </a:xfrm>
          <a:custGeom>
            <a:avLst/>
            <a:gdLst>
              <a:gd name="T0" fmla="*/ 0 w 21517"/>
              <a:gd name="T1" fmla="*/ 0 h 12283"/>
              <a:gd name="T2" fmla="*/ 21517 w 21517"/>
              <a:gd name="T3" fmla="*/ 12283 h 12283"/>
            </a:gdLst>
            <a:ahLst/>
            <a:cxnLst/>
            <a:rect l="T0" t="T1" r="T2" b="T3"/>
            <a:pathLst>
              <a:path w="21517" h="12283">
                <a:moveTo>
                  <a:pt x="-122" y="12283"/>
                </a:moveTo>
                <a:cubicBezTo>
                  <a:pt x="-122" y="12283"/>
                  <a:pt x="7415" y="-9317"/>
                  <a:pt x="21478" y="1248"/>
                </a:cubicBezTo>
              </a:path>
            </a:pathLst>
          </a:custGeom>
          <a:noFill/>
          <a:ln w="50800" cap="rnd">
            <a:solidFill>
              <a:schemeClr val="accent5"/>
            </a:solidFill>
            <a:round/>
            <a:headEnd type="none" w="sm" len="sm"/>
            <a:tailEnd type="stealth" w="sm" len="med"/>
          </a:ln>
        </p:spPr>
        <p:txBody>
          <a:bodyPr wrap="none" anchor="ctr"/>
          <a:lstStyle/>
          <a:p>
            <a:pPr algn="ctr"/>
            <a:endParaRPr lang="en-US" sz="1400">
              <a:latin typeface="Palatino Linotype" panose="02040502050505030304" pitchFamily="18" charset="0"/>
              <a:sym typeface="Gill Sans"/>
            </a:endParaRPr>
          </a:p>
        </p:txBody>
      </p:sp>
      <p:sp>
        <p:nvSpPr>
          <p:cNvPr id="8" name="AutoShape 3"/>
          <p:cNvSpPr>
            <a:spLocks/>
          </p:cNvSpPr>
          <p:nvPr>
            <p:custDataLst>
              <p:tags r:id="rId5"/>
            </p:custDataLst>
          </p:nvPr>
        </p:nvSpPr>
        <p:spPr bwMode="auto">
          <a:xfrm rot="21580317">
            <a:off x="5193145" y="2800889"/>
            <a:ext cx="4176091" cy="180759"/>
          </a:xfrm>
          <a:custGeom>
            <a:avLst/>
            <a:gdLst>
              <a:gd name="T0" fmla="*/ 0 w 21517"/>
              <a:gd name="T1" fmla="*/ 0 h 12283"/>
              <a:gd name="T2" fmla="*/ 21517 w 21517"/>
              <a:gd name="T3" fmla="*/ 12283 h 12283"/>
            </a:gdLst>
            <a:ahLst/>
            <a:cxnLst/>
            <a:rect l="T0" t="T1" r="T2" b="T3"/>
            <a:pathLst>
              <a:path w="21517" h="12283">
                <a:moveTo>
                  <a:pt x="-122" y="12283"/>
                </a:moveTo>
                <a:cubicBezTo>
                  <a:pt x="-122" y="12283"/>
                  <a:pt x="7415" y="-9317"/>
                  <a:pt x="21478" y="1248"/>
                </a:cubicBezTo>
              </a:path>
            </a:pathLst>
          </a:custGeom>
          <a:noFill/>
          <a:ln w="50800" cap="rnd">
            <a:solidFill>
              <a:schemeClr val="bg2"/>
            </a:solidFill>
            <a:round/>
            <a:headEnd type="none" w="sm" len="sm"/>
            <a:tailEnd type="stealth" w="sm" len="med"/>
          </a:ln>
        </p:spPr>
        <p:txBody>
          <a:bodyPr wrap="none" anchor="ctr"/>
          <a:lstStyle/>
          <a:p>
            <a:pPr algn="ctr"/>
            <a:endParaRPr lang="en-US" sz="1400">
              <a:latin typeface="Palatino Linotype" panose="02040502050505030304" pitchFamily="18" charset="0"/>
              <a:sym typeface="Gill Sans"/>
            </a:endParaRP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1537315" y="1857433"/>
            <a:ext cx="3178799" cy="1620000"/>
          </a:xfrm>
          <a:prstGeom prst="rect">
            <a:avLst/>
          </a:prstGeom>
          <a:ln w="12700">
            <a:noFill/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Step 1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5691790" y="1677413"/>
            <a:ext cx="3178799" cy="1620000"/>
          </a:xfrm>
          <a:prstGeom prst="rect">
            <a:avLst/>
          </a:prstGeom>
          <a:ln w="12700">
            <a:noFill/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Step 2 (if not needed, delete)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</p:spTree>
    <p:extLst>
      <p:ext uri="{BB962C8B-B14F-4D97-AF65-F5344CB8AC3E}">
        <p14:creationId xmlns:p14="http://schemas.microsoft.com/office/powerpoint/2010/main" val="3717393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– three</a:t>
            </a:r>
          </a:p>
        </p:txBody>
      </p:sp>
      <p:graphicFrame>
        <p:nvGraphicFramePr>
          <p:cNvPr id="11" name="Table 41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47958196"/>
              </p:ext>
            </p:extLst>
          </p:nvPr>
        </p:nvGraphicFramePr>
        <p:xfrm>
          <a:off x="240028" y="2901334"/>
          <a:ext cx="9172010" cy="329122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71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6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6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6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658">
                <a:tc gridSpan="3">
                  <a:txBody>
                    <a:bodyPr/>
                    <a:lstStyle/>
                    <a:p>
                      <a:endParaRPr lang="en-US" sz="1200" b="1" kern="120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  <a:ea typeface="华文楷体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 dirty="0">
                        <a:latin typeface="华文楷体" pitchFamily="2" charset="-122"/>
                        <a:ea typeface="华文楷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200" dirty="0">
                        <a:latin typeface="华文楷体" pitchFamily="2" charset="-122"/>
                        <a:ea typeface="华文楷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kern="120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  <a:ea typeface="华文楷体" pitchFamily="2" charset="-122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7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xxx</a:t>
                      </a:r>
                      <a:endParaRPr lang="en-US" sz="1200" b="1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Arial" pitchFamily="34" charset="0"/>
                        <a:buChar char="•"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  <a:p>
                      <a:pPr marL="360363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华文楷体" pitchFamily="2" charset="-122"/>
                        <a:buChar char="-"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endParaRPr lang="en-US" altLang="zh-CN" sz="120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94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>
                          <a:latin typeface="Palatino Linotype" panose="02040502050505030304" pitchFamily="18" charset="0"/>
                          <a:ea typeface="华文楷体" pitchFamily="2" charset="-122"/>
                        </a:rPr>
                        <a:t>xxx</a:t>
                      </a:r>
                      <a:endParaRPr lang="en-US" sz="1200" b="1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Arial" pitchFamily="34" charset="0"/>
                        <a:buChar char="•"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  <a:p>
                      <a:pPr marL="360363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华文楷体" pitchFamily="2" charset="-122"/>
                        <a:buChar char="-"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Arial" pitchFamily="34" charset="0"/>
                        <a:buChar char="•"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  <a:p>
                      <a:pPr marL="360363" indent="-171450">
                        <a:lnSpc>
                          <a:spcPct val="114000"/>
                        </a:lnSpc>
                        <a:spcBef>
                          <a:spcPts val="400"/>
                        </a:spcBef>
                        <a:buFont typeface="华文楷体" pitchFamily="2" charset="-122"/>
                        <a:buChar char="-"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zh-CN" sz="1200" b="1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Content</a:t>
                      </a: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r>
                        <a:rPr lang="en-US" altLang="zh-CN" sz="1200" dirty="0">
                          <a:latin typeface="Palatino Linotype" panose="02040502050505030304" pitchFamily="18" charset="0"/>
                          <a:ea typeface="华文楷体" pitchFamily="2" charset="-122"/>
                        </a:rPr>
                        <a:t>Dash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  <a:p>
                      <a:pPr marL="360363" marR="0" indent="-171450" algn="l" defTabSz="859512" rtl="0" eaLnBrk="1" fontAlgn="auto" latinLnBrk="0" hangingPunct="1">
                        <a:lnSpc>
                          <a:spcPct val="114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 typeface="华文楷体" pitchFamily="2" charset="-122"/>
                        <a:buChar char="-"/>
                        <a:tabLst/>
                        <a:defRPr/>
                      </a:pPr>
                      <a:endParaRPr lang="en-US" altLang="zh-CN" sz="1200" dirty="0">
                        <a:latin typeface="Palatino Linotype" panose="02040502050505030304" pitchFamily="18" charset="0"/>
                        <a:ea typeface="华文楷体" pitchFamily="2" charset="-122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274289" y="1168497"/>
            <a:ext cx="9142413" cy="327989"/>
          </a:xfrm>
          <a:prstGeom prst="rect">
            <a:avLst/>
          </a:prstGeom>
          <a:solidFill>
            <a:schemeClr val="bg2"/>
          </a:solidFill>
        </p:spPr>
        <p:txBody>
          <a:bodyPr wrap="square" lIns="36000" rIns="36000" rtlCol="0" anchor="ctr">
            <a:no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defRPr>
            </a:lvl1pPr>
          </a:lstStyle>
          <a:p>
            <a:r>
              <a:rPr lang="en-US" altLang="zh-CN" dirty="0">
                <a:latin typeface="Palatino Linotype" panose="02040502050505030304" pitchFamily="18" charset="0"/>
              </a:rPr>
              <a:t>Growth Path</a:t>
            </a:r>
            <a:endParaRPr lang="en-US" dirty="0">
              <a:latin typeface="Palatino Linotype" panose="02040502050505030304" pitchFamily="18" charset="0"/>
            </a:endParaRPr>
          </a:p>
        </p:txBody>
      </p:sp>
      <p:sp>
        <p:nvSpPr>
          <p:cNvPr id="13" name="AutoShape 3"/>
          <p:cNvSpPr>
            <a:spLocks/>
          </p:cNvSpPr>
          <p:nvPr>
            <p:custDataLst>
              <p:tags r:id="rId3"/>
            </p:custDataLst>
          </p:nvPr>
        </p:nvSpPr>
        <p:spPr bwMode="auto">
          <a:xfrm rot="21580317">
            <a:off x="3980596" y="2746029"/>
            <a:ext cx="2520000" cy="180759"/>
          </a:xfrm>
          <a:custGeom>
            <a:avLst/>
            <a:gdLst>
              <a:gd name="T0" fmla="*/ 0 w 21517"/>
              <a:gd name="T1" fmla="*/ 0 h 12283"/>
              <a:gd name="T2" fmla="*/ 21517 w 21517"/>
              <a:gd name="T3" fmla="*/ 12283 h 12283"/>
            </a:gdLst>
            <a:ahLst/>
            <a:cxnLst/>
            <a:rect l="T0" t="T1" r="T2" b="T3"/>
            <a:pathLst>
              <a:path w="21517" h="12283">
                <a:moveTo>
                  <a:pt x="-122" y="12283"/>
                </a:moveTo>
                <a:cubicBezTo>
                  <a:pt x="-122" y="12283"/>
                  <a:pt x="7415" y="-9317"/>
                  <a:pt x="21478" y="1248"/>
                </a:cubicBezTo>
              </a:path>
            </a:pathLst>
          </a:custGeom>
          <a:noFill/>
          <a:ln w="50800" cap="rnd">
            <a:solidFill>
              <a:schemeClr val="bg2">
                <a:lumMod val="60000"/>
                <a:lumOff val="40000"/>
              </a:schemeClr>
            </a:solidFill>
            <a:round/>
            <a:headEnd type="none" w="sm" len="sm"/>
            <a:tailEnd type="stealth" w="sm" len="med"/>
          </a:ln>
        </p:spPr>
        <p:txBody>
          <a:bodyPr wrap="none" anchor="ctr"/>
          <a:lstStyle/>
          <a:p>
            <a:pPr algn="ctr"/>
            <a:endParaRPr lang="en-US" sz="1400">
              <a:latin typeface="Palatino Linotype" panose="02040502050505030304" pitchFamily="18" charset="0"/>
              <a:sym typeface="Gill Sans"/>
            </a:endParaRPr>
          </a:p>
        </p:txBody>
      </p:sp>
      <p:sp>
        <p:nvSpPr>
          <p:cNvPr id="14" name="AutoShape 3"/>
          <p:cNvSpPr>
            <a:spLocks/>
          </p:cNvSpPr>
          <p:nvPr>
            <p:custDataLst>
              <p:tags r:id="rId4"/>
            </p:custDataLst>
          </p:nvPr>
        </p:nvSpPr>
        <p:spPr bwMode="auto">
          <a:xfrm rot="21580317">
            <a:off x="6891541" y="2536907"/>
            <a:ext cx="2520000" cy="180759"/>
          </a:xfrm>
          <a:custGeom>
            <a:avLst/>
            <a:gdLst>
              <a:gd name="T0" fmla="*/ 0 w 21517"/>
              <a:gd name="T1" fmla="*/ 0 h 12283"/>
              <a:gd name="T2" fmla="*/ 21517 w 21517"/>
              <a:gd name="T3" fmla="*/ 12283 h 12283"/>
            </a:gdLst>
            <a:ahLst/>
            <a:cxnLst/>
            <a:rect l="T0" t="T1" r="T2" b="T3"/>
            <a:pathLst>
              <a:path w="21517" h="12283">
                <a:moveTo>
                  <a:pt x="-122" y="12283"/>
                </a:moveTo>
                <a:cubicBezTo>
                  <a:pt x="-122" y="12283"/>
                  <a:pt x="7415" y="-9317"/>
                  <a:pt x="21478" y="1248"/>
                </a:cubicBezTo>
              </a:path>
            </a:pathLst>
          </a:custGeom>
          <a:noFill/>
          <a:ln w="50800" cap="rnd">
            <a:solidFill>
              <a:schemeClr val="bg2"/>
            </a:solidFill>
            <a:round/>
            <a:headEnd type="none" w="sm" len="sm"/>
            <a:tailEnd type="stealth" w="sm" len="med"/>
          </a:ln>
        </p:spPr>
        <p:txBody>
          <a:bodyPr wrap="none" anchor="ctr"/>
          <a:lstStyle/>
          <a:p>
            <a:pPr algn="ctr"/>
            <a:endParaRPr lang="en-US" sz="1400">
              <a:latin typeface="Palatino Linotype" panose="02040502050505030304" pitchFamily="18" charset="0"/>
              <a:sym typeface="Gill Sans"/>
            </a:endParaRPr>
          </a:p>
        </p:txBody>
      </p:sp>
      <p:sp>
        <p:nvSpPr>
          <p:cNvPr id="16" name="Text Placeholder 5"/>
          <p:cNvSpPr txBox="1">
            <a:spLocks/>
          </p:cNvSpPr>
          <p:nvPr/>
        </p:nvSpPr>
        <p:spPr>
          <a:xfrm>
            <a:off x="6562141" y="1523124"/>
            <a:ext cx="2854561" cy="1620000"/>
          </a:xfrm>
          <a:prstGeom prst="rect">
            <a:avLst/>
          </a:prstGeom>
          <a:ln w="12700">
            <a:noFill/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Step 3 (if not needed, delete)</a:t>
            </a:r>
          </a:p>
          <a:p>
            <a:pPr lvl="1"/>
            <a:r>
              <a:rPr lang="en-US" sz="1200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7" name="AutoShape 3"/>
          <p:cNvSpPr>
            <a:spLocks/>
          </p:cNvSpPr>
          <p:nvPr>
            <p:custDataLst>
              <p:tags r:id="rId5"/>
            </p:custDataLst>
          </p:nvPr>
        </p:nvSpPr>
        <p:spPr bwMode="auto">
          <a:xfrm rot="21580317">
            <a:off x="1064271" y="2955152"/>
            <a:ext cx="2520000" cy="180759"/>
          </a:xfrm>
          <a:custGeom>
            <a:avLst/>
            <a:gdLst>
              <a:gd name="T0" fmla="*/ 0 w 21517"/>
              <a:gd name="T1" fmla="*/ 0 h 12283"/>
              <a:gd name="T2" fmla="*/ 21517 w 21517"/>
              <a:gd name="T3" fmla="*/ 12283 h 12283"/>
            </a:gdLst>
            <a:ahLst/>
            <a:cxnLst/>
            <a:rect l="T0" t="T1" r="T2" b="T3"/>
            <a:pathLst>
              <a:path w="21517" h="12283">
                <a:moveTo>
                  <a:pt x="-122" y="12283"/>
                </a:moveTo>
                <a:cubicBezTo>
                  <a:pt x="-122" y="12283"/>
                  <a:pt x="7415" y="-9317"/>
                  <a:pt x="21478" y="1248"/>
                </a:cubicBezTo>
              </a:path>
            </a:pathLst>
          </a:custGeom>
          <a:noFill/>
          <a:ln w="50800" cap="rnd">
            <a:solidFill>
              <a:schemeClr val="accent5"/>
            </a:solidFill>
            <a:round/>
            <a:headEnd type="none" w="sm" len="sm"/>
            <a:tailEnd type="stealth" w="sm" len="med"/>
          </a:ln>
        </p:spPr>
        <p:txBody>
          <a:bodyPr wrap="none" anchor="ctr"/>
          <a:lstStyle/>
          <a:p>
            <a:pPr algn="ctr"/>
            <a:endParaRPr lang="en-US" sz="1400">
              <a:latin typeface="Palatino Linotype" panose="02040502050505030304" pitchFamily="18" charset="0"/>
              <a:sym typeface="Gill Sans"/>
            </a:endParaRPr>
          </a:p>
        </p:txBody>
      </p:sp>
      <p:sp>
        <p:nvSpPr>
          <p:cNvPr id="18" name="Text Placeholder 5"/>
          <p:cNvSpPr txBox="1">
            <a:spLocks/>
          </p:cNvSpPr>
          <p:nvPr/>
        </p:nvSpPr>
        <p:spPr>
          <a:xfrm>
            <a:off x="3704511" y="1677560"/>
            <a:ext cx="2854561" cy="1104162"/>
          </a:xfrm>
          <a:prstGeom prst="rect">
            <a:avLst/>
          </a:prstGeom>
          <a:ln w="12700">
            <a:noFill/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Step 2 (if not needed, delete)</a:t>
            </a:r>
          </a:p>
          <a:p>
            <a:pPr lvl="1"/>
            <a:r>
              <a:rPr lang="en-US" sz="1200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  <p:sp>
        <p:nvSpPr>
          <p:cNvPr id="19" name="Text Placeholder 5"/>
          <p:cNvSpPr txBox="1">
            <a:spLocks/>
          </p:cNvSpPr>
          <p:nvPr/>
        </p:nvSpPr>
        <p:spPr>
          <a:xfrm>
            <a:off x="896990" y="1929588"/>
            <a:ext cx="2854561" cy="1104162"/>
          </a:xfrm>
          <a:prstGeom prst="rect">
            <a:avLst/>
          </a:prstGeom>
          <a:ln w="12700">
            <a:noFill/>
          </a:ln>
        </p:spPr>
        <p:txBody>
          <a:bodyPr wrap="square" lIns="36000" tIns="36000" rIns="36000" bIns="36000"/>
          <a:lstStyle>
            <a:lvl1pPr marL="0" indent="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defRPr lang="en-US"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4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2pPr>
            <a:lvl3pPr marL="36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3pPr>
            <a:lvl4pPr marL="540000" indent="-180000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•"/>
              <a:defRPr lang="en-US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4pPr>
            <a:lvl5pPr marL="720000" indent="-179388" algn="l" defTabSz="957263" rtl="0" eaLnBrk="1" fontAlgn="base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charset="0"/>
              <a:buChar char="‒"/>
              <a:defRPr lang="en-GB" sz="120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5pPr>
            <a:lvl6pPr marL="90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859512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 pitchFamily="34" charset="0"/>
              <a:buChar char="‒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  <a:latin typeface="Palatino Linotype" panose="02040502050505030304" pitchFamily="18" charset="0"/>
              </a:rPr>
              <a:t>Step 1 (if not needed, delete)</a:t>
            </a:r>
          </a:p>
          <a:p>
            <a:pPr lvl="1"/>
            <a:r>
              <a:rPr lang="en-US" sz="1200" dirty="0">
                <a:solidFill>
                  <a:schemeClr val="tx1"/>
                </a:solidFill>
                <a:latin typeface="Palatino Linotype" panose="02040502050505030304" pitchFamily="18" charset="0"/>
              </a:rPr>
              <a:t>Bullet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Dash</a:t>
            </a:r>
          </a:p>
          <a:p>
            <a:pPr lvl="3"/>
            <a:r>
              <a:rPr lang="en-US" dirty="0">
                <a:solidFill>
                  <a:schemeClr val="tx1"/>
                </a:solidFill>
                <a:latin typeface="Palatino Linotype" panose="02040502050505030304" pitchFamily="18" charset="0"/>
              </a:rPr>
              <a:t>Sub bullet</a:t>
            </a:r>
          </a:p>
        </p:txBody>
      </p:sp>
    </p:spTree>
    <p:extLst>
      <p:ext uri="{BB962C8B-B14F-4D97-AF65-F5344CB8AC3E}">
        <p14:creationId xmlns:p14="http://schemas.microsoft.com/office/powerpoint/2010/main" val="28742978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2077&quot;/&gt;&lt;CPresentation id=&quot;1&quot;&gt;&lt;m_precDefaultNumber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strFormatTime&gt;%#m/%#d/%Y&lt;/m_strFormatTime&gt;&lt;/m_precDefaultDate&gt;&lt;m_precDefaultYear/&gt;&lt;m_precDefaultQuarter/&gt;&lt;m_precDefaultMonth/&gt;&lt;m_precDefaultWeek/&gt;&lt;m_precDefaultDay/&gt;&lt;m_mruColor&gt;&lt;m_vecMRU length=&quot;12&quot;&gt;&lt;elem m_fUsage=&quot;1.68322986240641190000E+000&quot;&gt;&lt;m_ppcolschidx val=&quot;0&quot;/&gt;&lt;m_rgb r=&quot;9b&quot; g=&quot;17&quot; b=&quot;17&quot;/&gt;&lt;/elem&gt;&lt;elem m_fUsage=&quot;1.50338772469263370000E+000&quot;&gt;&lt;m_ppcolschidx val=&quot;0&quot;/&gt;&lt;m_rgb r=&quot;e5&quot; g=&quot;52&quot; b=&quot;52&quot;/&gt;&lt;/elem&gt;&lt;elem m_fUsage=&quot;1.22240875340971660000E+000&quot;&gt;&lt;m_ppcolschidx val=&quot;0&quot;/&gt;&lt;m_rgb r=&quot;c0&quot; g=&quot;0&quot; b=&quot;0&quot;/&gt;&lt;/elem&gt;&lt;elem m_fUsage=&quot;1.01916297527188230000E+000&quot;&gt;&lt;m_ppcolschidx val=&quot;0&quot;/&gt;&lt;m_rgb r=&quot;ee&quot; g=&quot;8b&quot; b=&quot;8b&quot;/&gt;&lt;/elem&gt;&lt;elem m_fUsage=&quot;9.90952901816634310000E-001&quot;&gt;&lt;m_ppcolschidx val=&quot;0&quot;/&gt;&lt;m_rgb r=&quot;f6&quot; g=&quot;c5&quot; b=&quot;c5&quot;/&gt;&lt;/elem&gt;&lt;elem m_fUsage=&quot;7.96036907042989350000E-001&quot;&gt;&lt;m_ppcolschidx val=&quot;0&quot;/&gt;&lt;m_rgb r=&quot;8c&quot; g=&quot;0&quot; b=&quot;0&quot;/&gt;&lt;/elem&gt;&lt;elem m_fUsage=&quot;7.74929666165770640000E-001&quot;&gt;&lt;m_ppcolschidx val=&quot;0&quot;/&gt;&lt;m_rgb r=&quot;74&quot; g=&quot;11&quot; b=&quot;11&quot;/&gt;&lt;/elem&gt;&lt;elem m_fUsage=&quot;6.20506540339557430000E-001&quot;&gt;&lt;m_ppcolschidx val=&quot;0&quot;/&gt;&lt;m_rgb r=&quot;b7&quot; g=&quot;84&quot; b=&quot;84&quot;/&gt;&lt;/elem&gt;&lt;elem m_fUsage=&quot;5.37470833195205280000E-001&quot;&gt;&lt;m_ppcolschidx val=&quot;0&quot;/&gt;&lt;m_rgb r=&quot;c5&quot; g=&quot;a0&quot; b=&quot;a0&quot;/&gt;&lt;/elem&gt;&lt;elem m_fUsage=&quot;4.22298087940373430000E-001&quot;&gt;&lt;m_ppcolschidx val=&quot;0&quot;/&gt;&lt;m_rgb r=&quot;d6&quot; g=&quot;bf&quot; b=&quot;bf&quot;/&gt;&lt;/elem&gt;&lt;elem m_fUsage=&quot;2.57980839435674180000E-001&quot;&gt;&lt;m_ppcolschidx val=&quot;0&quot;/&gt;&lt;m_rgb r=&quot;73&quot; g=&quot;0&quot; b=&quot;0&quot;/&gt;&lt;/elem&gt;&lt;elem m_fUsage=&quot;1.65995699549193580000E-001&quot;&gt;&lt;m_ppcolschidx val=&quot;0&quot;/&gt;&lt;m_rgb r=&quot;4e&quot; g=&quot;c&quot; b=&quot;c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I7QwSDGFEKBDcoj1l7Sd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pzEFF13M0WKgd4O5C57_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yTrWWCI90CX6e6.ArOEH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yTrWWCI90CX6e6.ArOEH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yTrWWCI90CX6e6.ArOEH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yTrWWCI90CX6e6.ArOEH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yTrWWCI90CX6e6.ArOEH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y9cPoXIka_xjt35BcYN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SCh86WykiCFP1GDNSDz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.x2GpKW3kqowVwcaDoSk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b8154f5HUqsDBiVpNNqY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x6uIFuJq06ngQU1ey9K5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8R1J68.yESxiEG7nczeW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8R1J68.yESxiEG7nczeW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SCh86WykiCFP1GDNSDz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.x2GpKW3kqowVwcaDoSk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b8154f5HUqsDBiVpNNqY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x6uIFuJq06ngQU1ey9K5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8R1J68.yESxiEG7nczeW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SCh86WykiCFP1GDNSDz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.x2GpKW3kqowVwcaDoSk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b8154f5HUqsDBiVpNNq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x6uIFuJq06ngQU1ey9K5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TF2edrJr0u8xjJS5wFwE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ke_StvbU.2ilUxqenAM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ycPrvkp_UCfZYpSZBzBJ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iZ3SNMPPUSNJA6Vwr0Y9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0Nf7TywYECbF3xX2Dj51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fUSL.Teekq.TV4MG7byJ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hdNq6wuekGDUwGSKZAFf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m5RZ1ne.UCkFBJ_aCWG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zt5Ggp5jUyoj6gjF7SQ4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moevLBHLkGZYGPTuSRNF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FpoEi9l3kWlW_S6SCF.b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kYT0hR6.0SvUx6BnT90o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yTrWWCI90CX6e6.ArOEH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eDs8D4wyUyzR70VR6nx5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lqQSQ3D7kSLx3Blnvm2p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h1hehj6UWXOi_PfnH5F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qjQoIvI8ku.RJyh3vMCk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LJ97binx0i5J8UPOr93A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..TakVrDUWbKSwDbZGpK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KEztrqPu0.ccF8qdOw.L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9Q4iBO9pEmQU7xMrr1lr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NFgm0yKEuM.gZWhN5EO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K8.aFC3p0ils54GIHuZg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c8Vu3XPz0i8bzQ1s82Kr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bHuYGpAUi7Bwg0Z1vVr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7Av3p.T0CEpQBfk.pF3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c8Vu3XPz0i8bzQ1s82Kr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bHuYGpAUi7Bwg0Z1vVr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7Av3p.T0CEpQBfk.pF3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c8Vu3XPz0i8bzQ1s82Kr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bHuYGpAUi7Bwg0Z1vVr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7Av3p.T0CEpQBfk.pF3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oLseO1dUSWP8cEAzlL2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jjsJ7jS4E.l9wBVV1gyp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c8Vu3XPz0i8bzQ1s82Kr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ubHuYGpAUi7Bwg0Z1vVr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T7Av3p.T0CEpQBfk.pF3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_6dwvEyE.1sfTYE6fuU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hC9sveo0UepfshQLoEqU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EFi8uSidEqo_2mcSfVtB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VeA8NcXE6Q4qgTpZkN1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To6mWN1LkKmY._cdCgvn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hC9sveo0UepfshQLoEqU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EFi8uSidEqo_2mcSfVtB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VeA8NcXE6Q4qgTpZkN1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To6mWN1LkKmY._cdCgvn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VeA8NcXE6Q4qgTpZkN1w"/>
</p:tagLst>
</file>

<file path=ppt/theme/theme1.xml><?xml version="1.0" encoding="utf-8"?>
<a:theme xmlns:a="http://schemas.openxmlformats.org/drawingml/2006/main" name="CR Onlytext">
  <a:themeElements>
    <a:clrScheme name="ATK Color 2012_01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ATK Font 2012_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 w="6350" cap="flat">
          <a:noFill/>
          <a:miter lim="800000"/>
        </a:ln>
      </a:spPr>
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spcBef>
            <a:spcPts val="900"/>
          </a:spcBef>
          <a:defRPr sz="1400" dirty="0" err="1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accent3"/>
          </a:solidFill>
          <a:miter lim="800000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 cap="flat">
          <a:noFill/>
          <a:miter lim="800000"/>
        </a:ln>
      </a:spPr>
      <a:bodyPr wrap="none" lIns="0" tIns="0" rIns="0" bIns="0" rtlCol="0" anchor="t" anchorCtr="0">
        <a:spAutoFit/>
      </a:bodyPr>
      <a:lstStyle>
        <a:defPPr>
          <a:lnSpc>
            <a:spcPct val="90000"/>
          </a:lnSpc>
          <a:spcBef>
            <a:spcPts val="600"/>
          </a:spcBef>
          <a:buClr>
            <a:schemeClr val="bg2"/>
          </a:buClr>
          <a:defRPr sz="1400"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custClrLst>
    <a:custClr name="Custom Color 1">
      <a:srgbClr val="9B1717"/>
    </a:custClr>
    <a:custClr name="Custom Color 2">
      <a:srgbClr val="DCDC00"/>
    </a:custClr>
    <a:custClr name="Custom Color 3">
      <a:srgbClr val="289055"/>
    </a:custClr>
  </a:custClrLst>
</a:theme>
</file>

<file path=ppt/theme/theme2.xml><?xml version="1.0" encoding="utf-8"?>
<a:theme xmlns:a="http://schemas.openxmlformats.org/drawingml/2006/main" name="Office Theme">
  <a:themeElements>
    <a:clrScheme name="ATK Color 2012_01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1219</Words>
  <Application>Microsoft Office PowerPoint</Application>
  <PresentationFormat>自定义</PresentationFormat>
  <Paragraphs>664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华文楷体</vt:lpstr>
      <vt:lpstr>Arial</vt:lpstr>
      <vt:lpstr>Palatino Linotype</vt:lpstr>
      <vt:lpstr>Vrinda</vt:lpstr>
      <vt:lpstr>Wingdings 2</vt:lpstr>
      <vt:lpstr>CR Onlytext</vt:lpstr>
      <vt:lpstr>think-cell Slide</vt:lpstr>
      <vt:lpstr>PowerPoint 演示文稿</vt:lpstr>
      <vt:lpstr>PowerPoint 演示文稿</vt:lpstr>
      <vt:lpstr>PowerPoint 演示文稿</vt:lpstr>
      <vt:lpstr>Tables – data table</vt:lpstr>
      <vt:lpstr>Tables – alternative data table</vt:lpstr>
      <vt:lpstr>Tables – table with text</vt:lpstr>
      <vt:lpstr>Tables – table with full column of bullets and dashes</vt:lpstr>
      <vt:lpstr>Tables – chevron table</vt:lpstr>
      <vt:lpstr>Text boxes – two text boxes with paragraph, bullet, and dash points</vt:lpstr>
      <vt:lpstr>Text boxes – three to a slide, with paragraph, bullet, and dash points</vt:lpstr>
      <vt:lpstr>Text boxes – Four to a slide, with paragraph, bullet, and dash points</vt:lpstr>
      <vt:lpstr>Text boxes – two-by-two</vt:lpstr>
      <vt:lpstr>Text boxes – three-by-two</vt:lpstr>
      <vt:lpstr>Text boxes – two columns of numbered points for each point</vt:lpstr>
      <vt:lpstr>Text boxes – two columns of numbered points for each point</vt:lpstr>
      <vt:lpstr>Text boxes – two ways of showing major points</vt:lpstr>
      <vt:lpstr>Text boxes – major points with chevrons</vt:lpstr>
      <vt:lpstr>Text boxes – chevrons with text boxes</vt:lpstr>
      <vt:lpstr>Text boxes – vertical chevrons with text</vt:lpstr>
      <vt:lpstr>Text blocks – two squares</vt:lpstr>
      <vt:lpstr>Text blocks – sources leading to</vt:lpstr>
      <vt:lpstr>Logic trees – executive summary tree</vt:lpstr>
      <vt:lpstr>Steps – two</vt:lpstr>
      <vt:lpstr>Steps – three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2014-03-26T02:17:58Z</dcterms:created>
  <dcterms:modified xsi:type="dcterms:W3CDTF">2021-09-08T02:41:59Z</dcterms:modified>
  <cp:version>112013</cp:version>
</cp:coreProperties>
</file>